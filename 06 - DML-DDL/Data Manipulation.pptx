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FCE9BC-214A-4AB4-9290-1E04351895A1}" v="41" dt="2023-12-17T15:33:28.1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zemyslaw Starosta" userId="45f988447864b3e6" providerId="LiveId" clId="{618D7640-5BD4-4F43-8058-AC4AED726DA4}"/>
    <pc:docChg chg="custSel addSld modSld">
      <pc:chgData name="Przemyslaw Starosta" userId="45f988447864b3e6" providerId="LiveId" clId="{618D7640-5BD4-4F43-8058-AC4AED726DA4}" dt="2023-02-13T09:16:15.376" v="301" actId="14100"/>
      <pc:docMkLst>
        <pc:docMk/>
      </pc:docMkLst>
      <pc:sldChg chg="modSp mod">
        <pc:chgData name="Przemyslaw Starosta" userId="45f988447864b3e6" providerId="LiveId" clId="{618D7640-5BD4-4F43-8058-AC4AED726DA4}" dt="2023-02-13T08:55:37.149" v="298" actId="1076"/>
        <pc:sldMkLst>
          <pc:docMk/>
          <pc:sldMk cId="2575848590" sldId="261"/>
        </pc:sldMkLst>
        <pc:picChg chg="mod">
          <ac:chgData name="Przemyslaw Starosta" userId="45f988447864b3e6" providerId="LiveId" clId="{618D7640-5BD4-4F43-8058-AC4AED726DA4}" dt="2023-02-13T08:55:37.149" v="298" actId="1076"/>
          <ac:picMkLst>
            <pc:docMk/>
            <pc:sldMk cId="2575848590" sldId="261"/>
            <ac:picMk id="5" creationId="{35258E7A-9DCF-406F-8A6D-207C1B55CDC4}"/>
          </ac:picMkLst>
        </pc:picChg>
      </pc:sldChg>
      <pc:sldChg chg="modSp add mod">
        <pc:chgData name="Przemyslaw Starosta" userId="45f988447864b3e6" providerId="LiveId" clId="{618D7640-5BD4-4F43-8058-AC4AED726DA4}" dt="2023-02-10T10:14:15.623" v="243" actId="403"/>
        <pc:sldMkLst>
          <pc:docMk/>
          <pc:sldMk cId="2199628869" sldId="268"/>
        </pc:sldMkLst>
        <pc:spChg chg="mod">
          <ac:chgData name="Przemyslaw Starosta" userId="45f988447864b3e6" providerId="LiveId" clId="{618D7640-5BD4-4F43-8058-AC4AED726DA4}" dt="2023-02-10T10:07:18.427" v="42" actId="20577"/>
          <ac:spMkLst>
            <pc:docMk/>
            <pc:sldMk cId="2199628869" sldId="268"/>
            <ac:spMk id="2" creationId="{7B06E5A1-8B64-44F0-9F61-990F78D1FF6F}"/>
          </ac:spMkLst>
        </pc:spChg>
        <pc:spChg chg="mod">
          <ac:chgData name="Przemyslaw Starosta" userId="45f988447864b3e6" providerId="LiveId" clId="{618D7640-5BD4-4F43-8058-AC4AED726DA4}" dt="2023-02-10T10:14:15.623" v="243" actId="403"/>
          <ac:spMkLst>
            <pc:docMk/>
            <pc:sldMk cId="2199628869" sldId="268"/>
            <ac:spMk id="3" creationId="{AD8E9BBF-A55D-4C50-9C86-D226AA6FCBAF}"/>
          </ac:spMkLst>
        </pc:spChg>
      </pc:sldChg>
      <pc:sldChg chg="modSp add mod">
        <pc:chgData name="Przemyslaw Starosta" userId="45f988447864b3e6" providerId="LiveId" clId="{618D7640-5BD4-4F43-8058-AC4AED726DA4}" dt="2023-02-10T10:12:43.211" v="147" actId="403"/>
        <pc:sldMkLst>
          <pc:docMk/>
          <pc:sldMk cId="2405805890" sldId="269"/>
        </pc:sldMkLst>
        <pc:spChg chg="mod">
          <ac:chgData name="Przemyslaw Starosta" userId="45f988447864b3e6" providerId="LiveId" clId="{618D7640-5BD4-4F43-8058-AC4AED726DA4}" dt="2023-02-10T10:12:43.211" v="147" actId="403"/>
          <ac:spMkLst>
            <pc:docMk/>
            <pc:sldMk cId="2405805890" sldId="269"/>
            <ac:spMk id="3" creationId="{AD8E9BBF-A55D-4C50-9C86-D226AA6FCBAF}"/>
          </ac:spMkLst>
        </pc:spChg>
      </pc:sldChg>
      <pc:sldChg chg="modSp add mod">
        <pc:chgData name="Przemyslaw Starosta" userId="45f988447864b3e6" providerId="LiveId" clId="{618D7640-5BD4-4F43-8058-AC4AED726DA4}" dt="2023-02-10T10:14:53.641" v="273" actId="20577"/>
        <pc:sldMkLst>
          <pc:docMk/>
          <pc:sldMk cId="344194015" sldId="270"/>
        </pc:sldMkLst>
        <pc:spChg chg="mod">
          <ac:chgData name="Przemyslaw Starosta" userId="45f988447864b3e6" providerId="LiveId" clId="{618D7640-5BD4-4F43-8058-AC4AED726DA4}" dt="2023-02-10T10:14:53.641" v="273" actId="20577"/>
          <ac:spMkLst>
            <pc:docMk/>
            <pc:sldMk cId="344194015" sldId="270"/>
            <ac:spMk id="3" creationId="{AD8E9BBF-A55D-4C50-9C86-D226AA6FCBAF}"/>
          </ac:spMkLst>
        </pc:spChg>
      </pc:sldChg>
      <pc:sldChg chg="addSp modSp add mod">
        <pc:chgData name="Przemyslaw Starosta" userId="45f988447864b3e6" providerId="LiveId" clId="{618D7640-5BD4-4F43-8058-AC4AED726DA4}" dt="2023-02-13T09:16:15.376" v="301" actId="14100"/>
        <pc:sldMkLst>
          <pc:docMk/>
          <pc:sldMk cId="2066106199" sldId="271"/>
        </pc:sldMkLst>
        <pc:spChg chg="mod">
          <ac:chgData name="Przemyslaw Starosta" userId="45f988447864b3e6" providerId="LiveId" clId="{618D7640-5BD4-4F43-8058-AC4AED726DA4}" dt="2023-02-10T10:21:40.681" v="289" actId="20577"/>
          <ac:spMkLst>
            <pc:docMk/>
            <pc:sldMk cId="2066106199" sldId="271"/>
            <ac:spMk id="3" creationId="{AD8E9BBF-A55D-4C50-9C86-D226AA6FCBAF}"/>
          </ac:spMkLst>
        </pc:spChg>
        <pc:graphicFrameChg chg="add mod">
          <ac:chgData name="Przemyslaw Starosta" userId="45f988447864b3e6" providerId="LiveId" clId="{618D7640-5BD4-4F43-8058-AC4AED726DA4}" dt="2023-02-13T09:16:15.376" v="301" actId="14100"/>
          <ac:graphicFrameMkLst>
            <pc:docMk/>
            <pc:sldMk cId="2066106199" sldId="271"/>
            <ac:graphicFrameMk id="4" creationId="{4BCE7A1E-4A6A-2ADD-3D3E-7A85B369BF4A}"/>
          </ac:graphicFrameMkLst>
        </pc:graphicFrameChg>
      </pc:sldChg>
    </pc:docChg>
  </pc:docChgLst>
  <pc:docChgLst>
    <pc:chgData name="Przemyslaw Starosta" userId="45f988447864b3e6" providerId="LiveId" clId="{D31F55C8-E4A0-49C2-A622-660B987B5F3D}"/>
    <pc:docChg chg="modSld">
      <pc:chgData name="Przemyslaw Starosta" userId="45f988447864b3e6" providerId="LiveId" clId="{D31F55C8-E4A0-49C2-A622-660B987B5F3D}" dt="2023-08-21T12:08:25.542" v="7" actId="14100"/>
      <pc:docMkLst>
        <pc:docMk/>
      </pc:docMkLst>
      <pc:sldChg chg="modSp">
        <pc:chgData name="Przemyslaw Starosta" userId="45f988447864b3e6" providerId="LiveId" clId="{D31F55C8-E4A0-49C2-A622-660B987B5F3D}" dt="2023-08-21T11:40:56.852" v="2" actId="1036"/>
        <pc:sldMkLst>
          <pc:docMk/>
          <pc:sldMk cId="873540532" sldId="257"/>
        </pc:sldMkLst>
        <pc:picChg chg="mod">
          <ac:chgData name="Przemyslaw Starosta" userId="45f988447864b3e6" providerId="LiveId" clId="{D31F55C8-E4A0-49C2-A622-660B987B5F3D}" dt="2023-08-21T11:40:56.852" v="2" actId="1036"/>
          <ac:picMkLst>
            <pc:docMk/>
            <pc:sldMk cId="873540532" sldId="257"/>
            <ac:picMk id="1026" creationId="{436FC09B-CF32-49F5-AD00-9F43A2B46F40}"/>
          </ac:picMkLst>
        </pc:picChg>
      </pc:sldChg>
      <pc:sldChg chg="modSp mod">
        <pc:chgData name="Przemyslaw Starosta" userId="45f988447864b3e6" providerId="LiveId" clId="{D31F55C8-E4A0-49C2-A622-660B987B5F3D}" dt="2023-08-21T11:52:53.302" v="5" actId="14100"/>
        <pc:sldMkLst>
          <pc:docMk/>
          <pc:sldMk cId="2575848590" sldId="261"/>
        </pc:sldMkLst>
        <pc:picChg chg="mod">
          <ac:chgData name="Przemyslaw Starosta" userId="45f988447864b3e6" providerId="LiveId" clId="{D31F55C8-E4A0-49C2-A622-660B987B5F3D}" dt="2023-08-21T11:52:53.302" v="5" actId="14100"/>
          <ac:picMkLst>
            <pc:docMk/>
            <pc:sldMk cId="2575848590" sldId="261"/>
            <ac:picMk id="5" creationId="{35258E7A-9DCF-406F-8A6D-207C1B55CDC4}"/>
          </ac:picMkLst>
        </pc:picChg>
      </pc:sldChg>
      <pc:sldChg chg="modSp mod">
        <pc:chgData name="Przemyslaw Starosta" userId="45f988447864b3e6" providerId="LiveId" clId="{D31F55C8-E4A0-49C2-A622-660B987B5F3D}" dt="2023-08-21T12:08:25.542" v="7" actId="14100"/>
        <pc:sldMkLst>
          <pc:docMk/>
          <pc:sldMk cId="2066106199" sldId="271"/>
        </pc:sldMkLst>
        <pc:graphicFrameChg chg="mod">
          <ac:chgData name="Przemyslaw Starosta" userId="45f988447864b3e6" providerId="LiveId" clId="{D31F55C8-E4A0-49C2-A622-660B987B5F3D}" dt="2023-08-21T12:08:25.542" v="7" actId="14100"/>
          <ac:graphicFrameMkLst>
            <pc:docMk/>
            <pc:sldMk cId="2066106199" sldId="271"/>
            <ac:graphicFrameMk id="4" creationId="{4BCE7A1E-4A6A-2ADD-3D3E-7A85B369BF4A}"/>
          </ac:graphicFrameMkLst>
        </pc:graphicFrameChg>
      </pc:sldChg>
    </pc:docChg>
  </pc:docChgLst>
  <pc:docChgLst>
    <pc:chgData name="Przemyslaw Starosta" userId="45f988447864b3e6" providerId="LiveId" clId="{7B4BE46F-F8BB-4B44-9519-3BF822D41699}"/>
    <pc:docChg chg="modSld sldOrd">
      <pc:chgData name="Przemyslaw Starosta" userId="45f988447864b3e6" providerId="LiveId" clId="{7B4BE46F-F8BB-4B44-9519-3BF822D41699}" dt="2023-10-09T08:58:27.503" v="23" actId="14100"/>
      <pc:docMkLst>
        <pc:docMk/>
      </pc:docMkLst>
      <pc:sldChg chg="modSp mod">
        <pc:chgData name="Przemyslaw Starosta" userId="45f988447864b3e6" providerId="LiveId" clId="{7B4BE46F-F8BB-4B44-9519-3BF822D41699}" dt="2023-10-09T08:11:48.503" v="15" actId="14100"/>
        <pc:sldMkLst>
          <pc:docMk/>
          <pc:sldMk cId="1854693338" sldId="260"/>
        </pc:sldMkLst>
        <pc:picChg chg="mod">
          <ac:chgData name="Przemyslaw Starosta" userId="45f988447864b3e6" providerId="LiveId" clId="{7B4BE46F-F8BB-4B44-9519-3BF822D41699}" dt="2023-10-09T08:11:48.503" v="15" actId="14100"/>
          <ac:picMkLst>
            <pc:docMk/>
            <pc:sldMk cId="1854693338" sldId="260"/>
            <ac:picMk id="6" creationId="{2CFED8C6-3463-4AB2-88F9-DE9FAA00D158}"/>
          </ac:picMkLst>
        </pc:picChg>
      </pc:sldChg>
      <pc:sldChg chg="modSp mod">
        <pc:chgData name="Przemyslaw Starosta" userId="45f988447864b3e6" providerId="LiveId" clId="{7B4BE46F-F8BB-4B44-9519-3BF822D41699}" dt="2023-10-09T08:20:50.511" v="17" actId="14100"/>
        <pc:sldMkLst>
          <pc:docMk/>
          <pc:sldMk cId="2575848590" sldId="261"/>
        </pc:sldMkLst>
        <pc:picChg chg="mod">
          <ac:chgData name="Przemyslaw Starosta" userId="45f988447864b3e6" providerId="LiveId" clId="{7B4BE46F-F8BB-4B44-9519-3BF822D41699}" dt="2023-10-09T08:20:50.511" v="17" actId="14100"/>
          <ac:picMkLst>
            <pc:docMk/>
            <pc:sldMk cId="2575848590" sldId="261"/>
            <ac:picMk id="5" creationId="{35258E7A-9DCF-406F-8A6D-207C1B55CDC4}"/>
          </ac:picMkLst>
        </pc:picChg>
      </pc:sldChg>
      <pc:sldChg chg="ord">
        <pc:chgData name="Przemyslaw Starosta" userId="45f988447864b3e6" providerId="LiveId" clId="{7B4BE46F-F8BB-4B44-9519-3BF822D41699}" dt="2023-10-09T08:36:41.772" v="19"/>
        <pc:sldMkLst>
          <pc:docMk/>
          <pc:sldMk cId="3576392182" sldId="265"/>
        </pc:sldMkLst>
      </pc:sldChg>
      <pc:sldChg chg="modSp mod">
        <pc:chgData name="Przemyslaw Starosta" userId="45f988447864b3e6" providerId="LiveId" clId="{7B4BE46F-F8BB-4B44-9519-3BF822D41699}" dt="2023-10-09T08:54:29.674" v="20" actId="20577"/>
        <pc:sldMkLst>
          <pc:docMk/>
          <pc:sldMk cId="913666616" sldId="267"/>
        </pc:sldMkLst>
        <pc:spChg chg="mod">
          <ac:chgData name="Przemyslaw Starosta" userId="45f988447864b3e6" providerId="LiveId" clId="{7B4BE46F-F8BB-4B44-9519-3BF822D41699}" dt="2023-10-09T08:54:29.674" v="20" actId="20577"/>
          <ac:spMkLst>
            <pc:docMk/>
            <pc:sldMk cId="913666616" sldId="267"/>
            <ac:spMk id="3" creationId="{AD8E9BBF-A55D-4C50-9C86-D226AA6FCBAF}"/>
          </ac:spMkLst>
        </pc:spChg>
      </pc:sldChg>
      <pc:sldChg chg="modSp mod">
        <pc:chgData name="Przemyslaw Starosta" userId="45f988447864b3e6" providerId="LiveId" clId="{7B4BE46F-F8BB-4B44-9519-3BF822D41699}" dt="2023-10-09T08:58:27.503" v="23" actId="14100"/>
        <pc:sldMkLst>
          <pc:docMk/>
          <pc:sldMk cId="2066106199" sldId="271"/>
        </pc:sldMkLst>
        <pc:graphicFrameChg chg="mod">
          <ac:chgData name="Przemyslaw Starosta" userId="45f988447864b3e6" providerId="LiveId" clId="{7B4BE46F-F8BB-4B44-9519-3BF822D41699}" dt="2023-10-09T08:58:27.503" v="23" actId="14100"/>
          <ac:graphicFrameMkLst>
            <pc:docMk/>
            <pc:sldMk cId="2066106199" sldId="271"/>
            <ac:graphicFrameMk id="4" creationId="{4BCE7A1E-4A6A-2ADD-3D3E-7A85B369BF4A}"/>
          </ac:graphicFrameMkLst>
        </pc:graphicFrameChg>
      </pc:sldChg>
    </pc:docChg>
  </pc:docChgLst>
  <pc:docChgLst>
    <pc:chgData name="Przemyslaw Starosta" userId="45f988447864b3e6" providerId="LiveId" clId="{C55D8938-AE72-4BF6-9477-FB2239493EE8}"/>
    <pc:docChg chg="modSld">
      <pc:chgData name="Przemyslaw Starosta" userId="45f988447864b3e6" providerId="LiveId" clId="{C55D8938-AE72-4BF6-9477-FB2239493EE8}" dt="2023-05-08T08:35:12.667" v="7" actId="14100"/>
      <pc:docMkLst>
        <pc:docMk/>
      </pc:docMkLst>
      <pc:sldChg chg="modSp">
        <pc:chgData name="Przemyslaw Starosta" userId="45f988447864b3e6" providerId="LiveId" clId="{C55D8938-AE72-4BF6-9477-FB2239493EE8}" dt="2023-05-08T07:45:28.480" v="1" actId="14100"/>
        <pc:sldMkLst>
          <pc:docMk/>
          <pc:sldMk cId="873540532" sldId="257"/>
        </pc:sldMkLst>
        <pc:picChg chg="mod">
          <ac:chgData name="Przemyslaw Starosta" userId="45f988447864b3e6" providerId="LiveId" clId="{C55D8938-AE72-4BF6-9477-FB2239493EE8}" dt="2023-05-08T07:45:28.480" v="1" actId="14100"/>
          <ac:picMkLst>
            <pc:docMk/>
            <pc:sldMk cId="873540532" sldId="257"/>
            <ac:picMk id="1026" creationId="{436FC09B-CF32-49F5-AD00-9F43A2B46F40}"/>
          </ac:picMkLst>
        </pc:picChg>
      </pc:sldChg>
      <pc:sldChg chg="modSp mod">
        <pc:chgData name="Przemyslaw Starosta" userId="45f988447864b3e6" providerId="LiveId" clId="{C55D8938-AE72-4BF6-9477-FB2239493EE8}" dt="2023-05-08T08:00:11.577" v="6" actId="1076"/>
        <pc:sldMkLst>
          <pc:docMk/>
          <pc:sldMk cId="2575848590" sldId="261"/>
        </pc:sldMkLst>
        <pc:picChg chg="mod">
          <ac:chgData name="Przemyslaw Starosta" userId="45f988447864b3e6" providerId="LiveId" clId="{C55D8938-AE72-4BF6-9477-FB2239493EE8}" dt="2023-05-08T08:00:11.577" v="6" actId="1076"/>
          <ac:picMkLst>
            <pc:docMk/>
            <pc:sldMk cId="2575848590" sldId="261"/>
            <ac:picMk id="5" creationId="{35258E7A-9DCF-406F-8A6D-207C1B55CDC4}"/>
          </ac:picMkLst>
        </pc:picChg>
      </pc:sldChg>
      <pc:sldChg chg="modSp mod">
        <pc:chgData name="Przemyslaw Starosta" userId="45f988447864b3e6" providerId="LiveId" clId="{C55D8938-AE72-4BF6-9477-FB2239493EE8}" dt="2023-05-08T08:35:12.667" v="7" actId="14100"/>
        <pc:sldMkLst>
          <pc:docMk/>
          <pc:sldMk cId="2066106199" sldId="271"/>
        </pc:sldMkLst>
        <pc:graphicFrameChg chg="mod">
          <ac:chgData name="Przemyslaw Starosta" userId="45f988447864b3e6" providerId="LiveId" clId="{C55D8938-AE72-4BF6-9477-FB2239493EE8}" dt="2023-05-08T08:35:12.667" v="7" actId="14100"/>
          <ac:graphicFrameMkLst>
            <pc:docMk/>
            <pc:sldMk cId="2066106199" sldId="271"/>
            <ac:graphicFrameMk id="4" creationId="{4BCE7A1E-4A6A-2ADD-3D3E-7A85B369BF4A}"/>
          </ac:graphicFrameMkLst>
        </pc:graphicFrameChg>
      </pc:sldChg>
    </pc:docChg>
  </pc:docChgLst>
  <pc:docChgLst>
    <pc:chgData name="Przemyslaw Starosta" userId="45f988447864b3e6" providerId="LiveId" clId="{309DD89A-5A6A-4A47-8B13-62FA9ED4A16A}"/>
    <pc:docChg chg="modSld">
      <pc:chgData name="Przemyslaw Starosta" userId="45f988447864b3e6" providerId="LiveId" clId="{309DD89A-5A6A-4A47-8B13-62FA9ED4A16A}" dt="2022-07-22T07:27:33.958" v="0" actId="1035"/>
      <pc:docMkLst>
        <pc:docMk/>
      </pc:docMkLst>
      <pc:sldChg chg="modSp mod">
        <pc:chgData name="Przemyslaw Starosta" userId="45f988447864b3e6" providerId="LiveId" clId="{309DD89A-5A6A-4A47-8B13-62FA9ED4A16A}" dt="2022-07-22T07:27:33.958" v="0" actId="1035"/>
        <pc:sldMkLst>
          <pc:docMk/>
          <pc:sldMk cId="1570796301" sldId="262"/>
        </pc:sldMkLst>
        <pc:spChg chg="mod">
          <ac:chgData name="Przemyslaw Starosta" userId="45f988447864b3e6" providerId="LiveId" clId="{309DD89A-5A6A-4A47-8B13-62FA9ED4A16A}" dt="2022-07-22T07:27:33.958" v="0" actId="1035"/>
          <ac:spMkLst>
            <pc:docMk/>
            <pc:sldMk cId="1570796301" sldId="262"/>
            <ac:spMk id="3" creationId="{AD8E9BBF-A55D-4C50-9C86-D226AA6FCBAF}"/>
          </ac:spMkLst>
        </pc:spChg>
      </pc:sldChg>
    </pc:docChg>
  </pc:docChgLst>
  <pc:docChgLst>
    <pc:chgData name="Przemyslaw Starosta" userId="45f988447864b3e6" providerId="LiveId" clId="{CAE22C5A-11FD-432F-BF46-0412B79991A0}"/>
    <pc:docChg chg="modSld">
      <pc:chgData name="Przemyslaw Starosta" userId="45f988447864b3e6" providerId="LiveId" clId="{CAE22C5A-11FD-432F-BF46-0412B79991A0}" dt="2023-12-07T11:00:55.980" v="16" actId="14100"/>
      <pc:docMkLst>
        <pc:docMk/>
      </pc:docMkLst>
      <pc:sldChg chg="modSp">
        <pc:chgData name="Przemyslaw Starosta" userId="45f988447864b3e6" providerId="LiveId" clId="{CAE22C5A-11FD-432F-BF46-0412B79991A0}" dt="2023-11-27T13:21:00.872" v="2" actId="14100"/>
        <pc:sldMkLst>
          <pc:docMk/>
          <pc:sldMk cId="873540532" sldId="257"/>
        </pc:sldMkLst>
        <pc:picChg chg="mod">
          <ac:chgData name="Przemyslaw Starosta" userId="45f988447864b3e6" providerId="LiveId" clId="{CAE22C5A-11FD-432F-BF46-0412B79991A0}" dt="2023-11-27T13:21:00.872" v="2" actId="14100"/>
          <ac:picMkLst>
            <pc:docMk/>
            <pc:sldMk cId="873540532" sldId="257"/>
            <ac:picMk id="1026" creationId="{436FC09B-CF32-49F5-AD00-9F43A2B46F40}"/>
          </ac:picMkLst>
        </pc:picChg>
      </pc:sldChg>
      <pc:sldChg chg="modSp mod">
        <pc:chgData name="Przemyslaw Starosta" userId="45f988447864b3e6" providerId="LiveId" clId="{CAE22C5A-11FD-432F-BF46-0412B79991A0}" dt="2023-12-07T11:00:55.980" v="16" actId="14100"/>
        <pc:sldMkLst>
          <pc:docMk/>
          <pc:sldMk cId="2575848590" sldId="261"/>
        </pc:sldMkLst>
        <pc:picChg chg="mod">
          <ac:chgData name="Przemyslaw Starosta" userId="45f988447864b3e6" providerId="LiveId" clId="{CAE22C5A-11FD-432F-BF46-0412B79991A0}" dt="2023-12-07T11:00:55.980" v="16" actId="14100"/>
          <ac:picMkLst>
            <pc:docMk/>
            <pc:sldMk cId="2575848590" sldId="261"/>
            <ac:picMk id="5" creationId="{35258E7A-9DCF-406F-8A6D-207C1B55CDC4}"/>
          </ac:picMkLst>
        </pc:picChg>
      </pc:sldChg>
      <pc:sldChg chg="modSp mod">
        <pc:chgData name="Przemyslaw Starosta" userId="45f988447864b3e6" providerId="LiveId" clId="{CAE22C5A-11FD-432F-BF46-0412B79991A0}" dt="2023-11-27T13:54:17.347" v="15" actId="20577"/>
        <pc:sldMkLst>
          <pc:docMk/>
          <pc:sldMk cId="2066106199" sldId="271"/>
        </pc:sldMkLst>
        <pc:graphicFrameChg chg="mod">
          <ac:chgData name="Przemyslaw Starosta" userId="45f988447864b3e6" providerId="LiveId" clId="{CAE22C5A-11FD-432F-BF46-0412B79991A0}" dt="2023-11-27T13:54:17.347" v="15" actId="20577"/>
          <ac:graphicFrameMkLst>
            <pc:docMk/>
            <pc:sldMk cId="2066106199" sldId="271"/>
            <ac:graphicFrameMk id="4" creationId="{4BCE7A1E-4A6A-2ADD-3D3E-7A85B369BF4A}"/>
          </ac:graphicFrameMkLst>
        </pc:graphicFrameChg>
      </pc:sldChg>
    </pc:docChg>
  </pc:docChgLst>
  <pc:docChgLst>
    <pc:chgData name="Przemyslaw Starosta" userId="45f988447864b3e6" providerId="LiveId" clId="{313C1023-62AD-4CE6-87F8-BA29125F14C0}"/>
    <pc:docChg chg="modSld">
      <pc:chgData name="Przemyslaw Starosta" userId="45f988447864b3e6" providerId="LiveId" clId="{313C1023-62AD-4CE6-87F8-BA29125F14C0}" dt="2023-01-16T08:46:50.430" v="16" actId="6549"/>
      <pc:docMkLst>
        <pc:docMk/>
      </pc:docMkLst>
      <pc:sldChg chg="modSp">
        <pc:chgData name="Przemyslaw Starosta" userId="45f988447864b3e6" providerId="LiveId" clId="{313C1023-62AD-4CE6-87F8-BA29125F14C0}" dt="2023-01-16T08:20:36.411" v="8" actId="14100"/>
        <pc:sldMkLst>
          <pc:docMk/>
          <pc:sldMk cId="873540532" sldId="257"/>
        </pc:sldMkLst>
        <pc:picChg chg="mod">
          <ac:chgData name="Przemyslaw Starosta" userId="45f988447864b3e6" providerId="LiveId" clId="{313C1023-62AD-4CE6-87F8-BA29125F14C0}" dt="2023-01-16T08:20:36.411" v="8" actId="14100"/>
          <ac:picMkLst>
            <pc:docMk/>
            <pc:sldMk cId="873540532" sldId="257"/>
            <ac:picMk id="1026" creationId="{436FC09B-CF32-49F5-AD00-9F43A2B46F40}"/>
          </ac:picMkLst>
        </pc:picChg>
      </pc:sldChg>
      <pc:sldChg chg="modSp">
        <pc:chgData name="Przemyslaw Starosta" userId="45f988447864b3e6" providerId="LiveId" clId="{313C1023-62AD-4CE6-87F8-BA29125F14C0}" dt="2023-01-12T08:51:53.773" v="0" actId="20578"/>
        <pc:sldMkLst>
          <pc:docMk/>
          <pc:sldMk cId="1854693338" sldId="260"/>
        </pc:sldMkLst>
        <pc:spChg chg="mod">
          <ac:chgData name="Przemyslaw Starosta" userId="45f988447864b3e6" providerId="LiveId" clId="{313C1023-62AD-4CE6-87F8-BA29125F14C0}" dt="2023-01-12T08:51:53.773" v="0" actId="20578"/>
          <ac:spMkLst>
            <pc:docMk/>
            <pc:sldMk cId="1854693338" sldId="260"/>
            <ac:spMk id="3" creationId="{AD8E9BBF-A55D-4C50-9C86-D226AA6FCBAF}"/>
          </ac:spMkLst>
        </pc:spChg>
      </pc:sldChg>
      <pc:sldChg chg="modSp mod">
        <pc:chgData name="Przemyslaw Starosta" userId="45f988447864b3e6" providerId="LiveId" clId="{313C1023-62AD-4CE6-87F8-BA29125F14C0}" dt="2023-01-16T08:34:25.950" v="15" actId="1036"/>
        <pc:sldMkLst>
          <pc:docMk/>
          <pc:sldMk cId="2575848590" sldId="261"/>
        </pc:sldMkLst>
        <pc:picChg chg="mod">
          <ac:chgData name="Przemyslaw Starosta" userId="45f988447864b3e6" providerId="LiveId" clId="{313C1023-62AD-4CE6-87F8-BA29125F14C0}" dt="2023-01-16T08:34:25.950" v="15" actId="1036"/>
          <ac:picMkLst>
            <pc:docMk/>
            <pc:sldMk cId="2575848590" sldId="261"/>
            <ac:picMk id="5" creationId="{35258E7A-9DCF-406F-8A6D-207C1B55CDC4}"/>
          </ac:picMkLst>
        </pc:picChg>
      </pc:sldChg>
      <pc:sldChg chg="modSp mod">
        <pc:chgData name="Przemyslaw Starosta" userId="45f988447864b3e6" providerId="LiveId" clId="{313C1023-62AD-4CE6-87F8-BA29125F14C0}" dt="2023-01-12T09:15:42.659" v="3" actId="14100"/>
        <pc:sldMkLst>
          <pc:docMk/>
          <pc:sldMk cId="1570796301" sldId="262"/>
        </pc:sldMkLst>
        <pc:picChg chg="mod">
          <ac:chgData name="Przemyslaw Starosta" userId="45f988447864b3e6" providerId="LiveId" clId="{313C1023-62AD-4CE6-87F8-BA29125F14C0}" dt="2023-01-12T09:15:42.659" v="3" actId="14100"/>
          <ac:picMkLst>
            <pc:docMk/>
            <pc:sldMk cId="1570796301" sldId="262"/>
            <ac:picMk id="6" creationId="{23CEBDAA-7658-40B0-92DC-CD6FAB009793}"/>
          </ac:picMkLst>
        </pc:picChg>
      </pc:sldChg>
      <pc:sldChg chg="modSp mod">
        <pc:chgData name="Przemyslaw Starosta" userId="45f988447864b3e6" providerId="LiveId" clId="{313C1023-62AD-4CE6-87F8-BA29125F14C0}" dt="2023-01-16T08:46:50.430" v="16" actId="6549"/>
        <pc:sldMkLst>
          <pc:docMk/>
          <pc:sldMk cId="1979787501" sldId="266"/>
        </pc:sldMkLst>
        <pc:spChg chg="mod">
          <ac:chgData name="Przemyslaw Starosta" userId="45f988447864b3e6" providerId="LiveId" clId="{313C1023-62AD-4CE6-87F8-BA29125F14C0}" dt="2023-01-16T08:46:50.430" v="16" actId="6549"/>
          <ac:spMkLst>
            <pc:docMk/>
            <pc:sldMk cId="1979787501" sldId="266"/>
            <ac:spMk id="3" creationId="{AD8E9BBF-A55D-4C50-9C86-D226AA6FCBAF}"/>
          </ac:spMkLst>
        </pc:spChg>
      </pc:sldChg>
    </pc:docChg>
  </pc:docChgLst>
  <pc:docChgLst>
    <pc:chgData name="Przemyslaw Starosta" userId="45f988447864b3e6" providerId="LiveId" clId="{36CFD398-C456-46FD-877D-AA92E85EB8A1}"/>
    <pc:docChg chg="modSld">
      <pc:chgData name="Przemyslaw Starosta" userId="45f988447864b3e6" providerId="LiveId" clId="{36CFD398-C456-46FD-877D-AA92E85EB8A1}" dt="2023-06-19T12:38:56.173" v="31" actId="14100"/>
      <pc:docMkLst>
        <pc:docMk/>
      </pc:docMkLst>
      <pc:sldChg chg="modSp">
        <pc:chgData name="Przemyslaw Starosta" userId="45f988447864b3e6" providerId="LiveId" clId="{36CFD398-C456-46FD-877D-AA92E85EB8A1}" dt="2023-06-19T11:58:49.350" v="22" actId="14100"/>
        <pc:sldMkLst>
          <pc:docMk/>
          <pc:sldMk cId="873540532" sldId="257"/>
        </pc:sldMkLst>
        <pc:picChg chg="mod">
          <ac:chgData name="Przemyslaw Starosta" userId="45f988447864b3e6" providerId="LiveId" clId="{36CFD398-C456-46FD-877D-AA92E85EB8A1}" dt="2023-06-19T11:58:49.350" v="22" actId="14100"/>
          <ac:picMkLst>
            <pc:docMk/>
            <pc:sldMk cId="873540532" sldId="257"/>
            <ac:picMk id="1026" creationId="{436FC09B-CF32-49F5-AD00-9F43A2B46F40}"/>
          </ac:picMkLst>
        </pc:picChg>
      </pc:sldChg>
      <pc:sldChg chg="modSp mod">
        <pc:chgData name="Przemyslaw Starosta" userId="45f988447864b3e6" providerId="LiveId" clId="{36CFD398-C456-46FD-877D-AA92E85EB8A1}" dt="2023-06-19T12:11:25.222" v="27" actId="14100"/>
        <pc:sldMkLst>
          <pc:docMk/>
          <pc:sldMk cId="2575848590" sldId="261"/>
        </pc:sldMkLst>
        <pc:picChg chg="mod">
          <ac:chgData name="Przemyslaw Starosta" userId="45f988447864b3e6" providerId="LiveId" clId="{36CFD398-C456-46FD-877D-AA92E85EB8A1}" dt="2023-06-19T12:11:25.222" v="27" actId="14100"/>
          <ac:picMkLst>
            <pc:docMk/>
            <pc:sldMk cId="2575848590" sldId="261"/>
            <ac:picMk id="5" creationId="{35258E7A-9DCF-406F-8A6D-207C1B55CDC4}"/>
          </ac:picMkLst>
        </pc:picChg>
      </pc:sldChg>
      <pc:sldChg chg="modSp mod">
        <pc:chgData name="Przemyslaw Starosta" userId="45f988447864b3e6" providerId="LiveId" clId="{36CFD398-C456-46FD-877D-AA92E85EB8A1}" dt="2023-06-15T08:12:20.501" v="13" actId="1076"/>
        <pc:sldMkLst>
          <pc:docMk/>
          <pc:sldMk cId="1570796301" sldId="262"/>
        </pc:sldMkLst>
        <pc:picChg chg="mod">
          <ac:chgData name="Przemyslaw Starosta" userId="45f988447864b3e6" providerId="LiveId" clId="{36CFD398-C456-46FD-877D-AA92E85EB8A1}" dt="2023-06-15T08:12:20.501" v="13" actId="1076"/>
          <ac:picMkLst>
            <pc:docMk/>
            <pc:sldMk cId="1570796301" sldId="262"/>
            <ac:picMk id="6" creationId="{23CEBDAA-7658-40B0-92DC-CD6FAB009793}"/>
          </ac:picMkLst>
        </pc:picChg>
      </pc:sldChg>
      <pc:sldChg chg="modSp mod">
        <pc:chgData name="Przemyslaw Starosta" userId="45f988447864b3e6" providerId="LiveId" clId="{36CFD398-C456-46FD-877D-AA92E85EB8A1}" dt="2023-06-15T08:24:39.484" v="15" actId="20578"/>
        <pc:sldMkLst>
          <pc:docMk/>
          <pc:sldMk cId="1979787501" sldId="266"/>
        </pc:sldMkLst>
        <pc:spChg chg="mod">
          <ac:chgData name="Przemyslaw Starosta" userId="45f988447864b3e6" providerId="LiveId" clId="{36CFD398-C456-46FD-877D-AA92E85EB8A1}" dt="2023-06-15T08:24:39.484" v="15" actId="20578"/>
          <ac:spMkLst>
            <pc:docMk/>
            <pc:sldMk cId="1979787501" sldId="266"/>
            <ac:spMk id="3" creationId="{AD8E9BBF-A55D-4C50-9C86-D226AA6FCBAF}"/>
          </ac:spMkLst>
        </pc:spChg>
      </pc:sldChg>
      <pc:sldChg chg="modSp mod">
        <pc:chgData name="Przemyslaw Starosta" userId="45f988447864b3e6" providerId="LiveId" clId="{36CFD398-C456-46FD-877D-AA92E85EB8A1}" dt="2023-06-19T12:38:56.173" v="31" actId="14100"/>
        <pc:sldMkLst>
          <pc:docMk/>
          <pc:sldMk cId="2066106199" sldId="271"/>
        </pc:sldMkLst>
        <pc:graphicFrameChg chg="mod">
          <ac:chgData name="Przemyslaw Starosta" userId="45f988447864b3e6" providerId="LiveId" clId="{36CFD398-C456-46FD-877D-AA92E85EB8A1}" dt="2023-06-19T12:38:56.173" v="31" actId="14100"/>
          <ac:graphicFrameMkLst>
            <pc:docMk/>
            <pc:sldMk cId="2066106199" sldId="271"/>
            <ac:graphicFrameMk id="4" creationId="{4BCE7A1E-4A6A-2ADD-3D3E-7A85B369BF4A}"/>
          </ac:graphicFrameMkLst>
        </pc:graphicFrameChg>
      </pc:sldChg>
    </pc:docChg>
  </pc:docChgLst>
  <pc:docChgLst>
    <pc:chgData name="Przemyslaw Starosta" userId="45f988447864b3e6" providerId="LiveId" clId="{D2AEE67B-7676-42E7-8666-A66F7A33E642}"/>
    <pc:docChg chg="modSld">
      <pc:chgData name="Przemyslaw Starosta" userId="45f988447864b3e6" providerId="LiveId" clId="{D2AEE67B-7676-42E7-8666-A66F7A33E642}" dt="2022-02-16T15:53:31.379" v="5" actId="20577"/>
      <pc:docMkLst>
        <pc:docMk/>
      </pc:docMkLst>
      <pc:sldChg chg="modSp mod">
        <pc:chgData name="Przemyslaw Starosta" userId="45f988447864b3e6" providerId="LiveId" clId="{D2AEE67B-7676-42E7-8666-A66F7A33E642}" dt="2022-02-16T15:53:31.379" v="5" actId="20577"/>
        <pc:sldMkLst>
          <pc:docMk/>
          <pc:sldMk cId="2577385856" sldId="263"/>
        </pc:sldMkLst>
        <pc:spChg chg="mod">
          <ac:chgData name="Przemyslaw Starosta" userId="45f988447864b3e6" providerId="LiveId" clId="{D2AEE67B-7676-42E7-8666-A66F7A33E642}" dt="2022-02-16T15:53:31.379" v="5" actId="20577"/>
          <ac:spMkLst>
            <pc:docMk/>
            <pc:sldMk cId="2577385856" sldId="263"/>
            <ac:spMk id="3" creationId="{AD8E9BBF-A55D-4C50-9C86-D226AA6FCBAF}"/>
          </ac:spMkLst>
        </pc:spChg>
      </pc:sldChg>
    </pc:docChg>
  </pc:docChgLst>
  <pc:docChgLst>
    <pc:chgData name="Przemyslaw Starosta" userId="45f988447864b3e6" providerId="LiveId" clId="{E1FCE9BC-214A-4AB4-9290-1E04351895A1}"/>
    <pc:docChg chg="undo custSel addSld delSld modSld sldOrd">
      <pc:chgData name="Przemyslaw Starosta" userId="45f988447864b3e6" providerId="LiveId" clId="{E1FCE9BC-214A-4AB4-9290-1E04351895A1}" dt="2023-12-18T09:52:51.576" v="2587" actId="20577"/>
      <pc:docMkLst>
        <pc:docMk/>
      </pc:docMkLst>
      <pc:sldChg chg="modSp mod">
        <pc:chgData name="Przemyslaw Starosta" userId="45f988447864b3e6" providerId="LiveId" clId="{E1FCE9BC-214A-4AB4-9290-1E04351895A1}" dt="2023-12-15T12:50:15.260" v="26" actId="20577"/>
        <pc:sldMkLst>
          <pc:docMk/>
          <pc:sldMk cId="2629494934" sldId="256"/>
        </pc:sldMkLst>
        <pc:spChg chg="mod">
          <ac:chgData name="Przemyslaw Starosta" userId="45f988447864b3e6" providerId="LiveId" clId="{E1FCE9BC-214A-4AB4-9290-1E04351895A1}" dt="2023-12-15T12:50:09.816" v="16" actId="20577"/>
          <ac:spMkLst>
            <pc:docMk/>
            <pc:sldMk cId="2629494934" sldId="256"/>
            <ac:spMk id="2" creationId="{842C04C6-72B9-4B2D-832F-6C1420567D4C}"/>
          </ac:spMkLst>
        </pc:spChg>
        <pc:spChg chg="mod">
          <ac:chgData name="Przemyslaw Starosta" userId="45f988447864b3e6" providerId="LiveId" clId="{E1FCE9BC-214A-4AB4-9290-1E04351895A1}" dt="2023-12-15T12:50:15.260" v="26" actId="20577"/>
          <ac:spMkLst>
            <pc:docMk/>
            <pc:sldMk cId="2629494934" sldId="256"/>
            <ac:spMk id="3" creationId="{87C6B3B6-AFB0-45AE-8BA8-96E9298EE4E9}"/>
          </ac:spMkLst>
        </pc:spChg>
      </pc:sldChg>
      <pc:sldChg chg="delSp modSp mod">
        <pc:chgData name="Przemyslaw Starosta" userId="45f988447864b3e6" providerId="LiveId" clId="{E1FCE9BC-214A-4AB4-9290-1E04351895A1}" dt="2023-12-15T12:54:44.525" v="262" actId="20577"/>
        <pc:sldMkLst>
          <pc:docMk/>
          <pc:sldMk cId="873540532" sldId="257"/>
        </pc:sldMkLst>
        <pc:spChg chg="mod">
          <ac:chgData name="Przemyslaw Starosta" userId="45f988447864b3e6" providerId="LiveId" clId="{E1FCE9BC-214A-4AB4-9290-1E04351895A1}" dt="2023-12-15T12:54:44.525" v="262" actId="20577"/>
          <ac:spMkLst>
            <pc:docMk/>
            <pc:sldMk cId="873540532" sldId="257"/>
            <ac:spMk id="2" creationId="{7B06E5A1-8B64-44F0-9F61-990F78D1FF6F}"/>
          </ac:spMkLst>
        </pc:spChg>
        <pc:spChg chg="mod">
          <ac:chgData name="Przemyslaw Starosta" userId="45f988447864b3e6" providerId="LiveId" clId="{E1FCE9BC-214A-4AB4-9290-1E04351895A1}" dt="2023-12-15T12:54:35.085" v="258" actId="1076"/>
          <ac:spMkLst>
            <pc:docMk/>
            <pc:sldMk cId="873540532" sldId="257"/>
            <ac:spMk id="3" creationId="{AD8E9BBF-A55D-4C50-9C86-D226AA6FCBAF}"/>
          </ac:spMkLst>
        </pc:spChg>
        <pc:picChg chg="del">
          <ac:chgData name="Przemyslaw Starosta" userId="45f988447864b3e6" providerId="LiveId" clId="{E1FCE9BC-214A-4AB4-9290-1E04351895A1}" dt="2023-12-15T12:52:55.281" v="28" actId="478"/>
          <ac:picMkLst>
            <pc:docMk/>
            <pc:sldMk cId="873540532" sldId="257"/>
            <ac:picMk id="1026" creationId="{436FC09B-CF32-49F5-AD00-9F43A2B46F40}"/>
          </ac:picMkLst>
        </pc:picChg>
      </pc:sldChg>
      <pc:sldChg chg="del">
        <pc:chgData name="Przemyslaw Starosta" userId="45f988447864b3e6" providerId="LiveId" clId="{E1FCE9BC-214A-4AB4-9290-1E04351895A1}" dt="2023-12-15T12:52:22.726" v="27" actId="47"/>
        <pc:sldMkLst>
          <pc:docMk/>
          <pc:sldMk cId="2766222108" sldId="258"/>
        </pc:sldMkLst>
      </pc:sldChg>
      <pc:sldChg chg="addSp delSp modSp add mod">
        <pc:chgData name="Przemyslaw Starosta" userId="45f988447864b3e6" providerId="LiveId" clId="{E1FCE9BC-214A-4AB4-9290-1E04351895A1}" dt="2023-12-15T12:56:03.274" v="309" actId="1076"/>
        <pc:sldMkLst>
          <pc:docMk/>
          <pc:sldMk cId="3842297888" sldId="258"/>
        </pc:sldMkLst>
        <pc:spChg chg="mod">
          <ac:chgData name="Przemyslaw Starosta" userId="45f988447864b3e6" providerId="LiveId" clId="{E1FCE9BC-214A-4AB4-9290-1E04351895A1}" dt="2023-12-15T12:54:56.077" v="266" actId="20577"/>
          <ac:spMkLst>
            <pc:docMk/>
            <pc:sldMk cId="3842297888" sldId="258"/>
            <ac:spMk id="2" creationId="{7B06E5A1-8B64-44F0-9F61-990F78D1FF6F}"/>
          </ac:spMkLst>
        </pc:spChg>
        <pc:spChg chg="del mod">
          <ac:chgData name="Przemyslaw Starosta" userId="45f988447864b3e6" providerId="LiveId" clId="{E1FCE9BC-214A-4AB4-9290-1E04351895A1}" dt="2023-12-15T12:55:20.993" v="268" actId="3680"/>
          <ac:spMkLst>
            <pc:docMk/>
            <pc:sldMk cId="3842297888" sldId="258"/>
            <ac:spMk id="3" creationId="{AD8E9BBF-A55D-4C50-9C86-D226AA6FCBAF}"/>
          </ac:spMkLst>
        </pc:spChg>
        <pc:graphicFrameChg chg="add mod ord modGraphic">
          <ac:chgData name="Przemyslaw Starosta" userId="45f988447864b3e6" providerId="LiveId" clId="{E1FCE9BC-214A-4AB4-9290-1E04351895A1}" dt="2023-12-15T12:56:03.274" v="309" actId="1076"/>
          <ac:graphicFrameMkLst>
            <pc:docMk/>
            <pc:sldMk cId="3842297888" sldId="258"/>
            <ac:graphicFrameMk id="4" creationId="{51BEDED3-2E3F-B7EF-1318-7E6540034E4A}"/>
          </ac:graphicFrameMkLst>
        </pc:graphicFrameChg>
      </pc:sldChg>
      <pc:sldChg chg="addSp delSp modSp add mod">
        <pc:chgData name="Przemyslaw Starosta" userId="45f988447864b3e6" providerId="LiveId" clId="{E1FCE9BC-214A-4AB4-9290-1E04351895A1}" dt="2023-12-15T12:58:03.789" v="336" actId="20577"/>
        <pc:sldMkLst>
          <pc:docMk/>
          <pc:sldMk cId="1296523075" sldId="259"/>
        </pc:sldMkLst>
        <pc:spChg chg="add del mod">
          <ac:chgData name="Przemyslaw Starosta" userId="45f988447864b3e6" providerId="LiveId" clId="{E1FCE9BC-214A-4AB4-9290-1E04351895A1}" dt="2023-12-15T12:56:33.290" v="314" actId="478"/>
          <ac:spMkLst>
            <pc:docMk/>
            <pc:sldMk cId="1296523075" sldId="259"/>
            <ac:spMk id="5" creationId="{4D291993-9A1A-DFAB-2FF9-AF6CF839FFC3}"/>
          </ac:spMkLst>
        </pc:spChg>
        <pc:spChg chg="add mod">
          <ac:chgData name="Przemyslaw Starosta" userId="45f988447864b3e6" providerId="LiveId" clId="{E1FCE9BC-214A-4AB4-9290-1E04351895A1}" dt="2023-12-15T12:58:03.789" v="336" actId="20577"/>
          <ac:spMkLst>
            <pc:docMk/>
            <pc:sldMk cId="1296523075" sldId="259"/>
            <ac:spMk id="7" creationId="{28CD8DCC-C3C7-3DD5-48ED-FDF6CF0C2DB5}"/>
          </ac:spMkLst>
        </pc:spChg>
        <pc:graphicFrameChg chg="del">
          <ac:chgData name="Przemyslaw Starosta" userId="45f988447864b3e6" providerId="LiveId" clId="{E1FCE9BC-214A-4AB4-9290-1E04351895A1}" dt="2023-12-15T12:56:22.103" v="311" actId="478"/>
          <ac:graphicFrameMkLst>
            <pc:docMk/>
            <pc:sldMk cId="1296523075" sldId="259"/>
            <ac:graphicFrameMk id="4" creationId="{51BEDED3-2E3F-B7EF-1318-7E6540034E4A}"/>
          </ac:graphicFrameMkLst>
        </pc:graphicFrameChg>
      </pc:sldChg>
      <pc:sldChg chg="del">
        <pc:chgData name="Przemyslaw Starosta" userId="45f988447864b3e6" providerId="LiveId" clId="{E1FCE9BC-214A-4AB4-9290-1E04351895A1}" dt="2023-12-15T12:52:22.726" v="27" actId="47"/>
        <pc:sldMkLst>
          <pc:docMk/>
          <pc:sldMk cId="2349007614" sldId="259"/>
        </pc:sldMkLst>
      </pc:sldChg>
      <pc:sldChg chg="modSp add mod ord">
        <pc:chgData name="Przemyslaw Starosta" userId="45f988447864b3e6" providerId="LiveId" clId="{E1FCE9BC-214A-4AB4-9290-1E04351895A1}" dt="2023-12-15T13:01:48.356" v="438" actId="20577"/>
        <pc:sldMkLst>
          <pc:docMk/>
          <pc:sldMk cId="1375844907" sldId="260"/>
        </pc:sldMkLst>
        <pc:spChg chg="mod">
          <ac:chgData name="Przemyslaw Starosta" userId="45f988447864b3e6" providerId="LiveId" clId="{E1FCE9BC-214A-4AB4-9290-1E04351895A1}" dt="2023-12-15T12:59:05.661" v="347" actId="20577"/>
          <ac:spMkLst>
            <pc:docMk/>
            <pc:sldMk cId="1375844907" sldId="260"/>
            <ac:spMk id="2" creationId="{7B06E5A1-8B64-44F0-9F61-990F78D1FF6F}"/>
          </ac:spMkLst>
        </pc:spChg>
        <pc:graphicFrameChg chg="mod modGraphic">
          <ac:chgData name="Przemyslaw Starosta" userId="45f988447864b3e6" providerId="LiveId" clId="{E1FCE9BC-214A-4AB4-9290-1E04351895A1}" dt="2023-12-15T13:01:48.356" v="438" actId="20577"/>
          <ac:graphicFrameMkLst>
            <pc:docMk/>
            <pc:sldMk cId="1375844907" sldId="260"/>
            <ac:graphicFrameMk id="4" creationId="{51BEDED3-2E3F-B7EF-1318-7E6540034E4A}"/>
          </ac:graphicFrameMkLst>
        </pc:graphicFrameChg>
      </pc:sldChg>
      <pc:sldChg chg="del">
        <pc:chgData name="Przemyslaw Starosta" userId="45f988447864b3e6" providerId="LiveId" clId="{E1FCE9BC-214A-4AB4-9290-1E04351895A1}" dt="2023-12-15T12:52:22.726" v="27" actId="47"/>
        <pc:sldMkLst>
          <pc:docMk/>
          <pc:sldMk cId="1854693338" sldId="260"/>
        </pc:sldMkLst>
      </pc:sldChg>
      <pc:sldChg chg="modSp add mod ord">
        <pc:chgData name="Przemyslaw Starosta" userId="45f988447864b3e6" providerId="LiveId" clId="{E1FCE9BC-214A-4AB4-9290-1E04351895A1}" dt="2023-12-15T13:02:26.312" v="447" actId="1076"/>
        <pc:sldMkLst>
          <pc:docMk/>
          <pc:sldMk cId="2384164406" sldId="261"/>
        </pc:sldMkLst>
        <pc:spChg chg="mod">
          <ac:chgData name="Przemyslaw Starosta" userId="45f988447864b3e6" providerId="LiveId" clId="{E1FCE9BC-214A-4AB4-9290-1E04351895A1}" dt="2023-12-15T13:02:04.901" v="442" actId="20577"/>
          <ac:spMkLst>
            <pc:docMk/>
            <pc:sldMk cId="2384164406" sldId="261"/>
            <ac:spMk id="2" creationId="{7B06E5A1-8B64-44F0-9F61-990F78D1FF6F}"/>
          </ac:spMkLst>
        </pc:spChg>
        <pc:spChg chg="mod">
          <ac:chgData name="Przemyslaw Starosta" userId="45f988447864b3e6" providerId="LiveId" clId="{E1FCE9BC-214A-4AB4-9290-1E04351895A1}" dt="2023-12-15T13:02:26.312" v="447" actId="1076"/>
          <ac:spMkLst>
            <pc:docMk/>
            <pc:sldMk cId="2384164406" sldId="261"/>
            <ac:spMk id="7" creationId="{28CD8DCC-C3C7-3DD5-48ED-FDF6CF0C2DB5}"/>
          </ac:spMkLst>
        </pc:spChg>
      </pc:sldChg>
      <pc:sldChg chg="del">
        <pc:chgData name="Przemyslaw Starosta" userId="45f988447864b3e6" providerId="LiveId" clId="{E1FCE9BC-214A-4AB4-9290-1E04351895A1}" dt="2023-12-15T12:52:22.726" v="27" actId="47"/>
        <pc:sldMkLst>
          <pc:docMk/>
          <pc:sldMk cId="2575848590" sldId="261"/>
        </pc:sldMkLst>
      </pc:sldChg>
      <pc:sldChg chg="del">
        <pc:chgData name="Przemyslaw Starosta" userId="45f988447864b3e6" providerId="LiveId" clId="{E1FCE9BC-214A-4AB4-9290-1E04351895A1}" dt="2023-12-15T12:52:22.726" v="27" actId="47"/>
        <pc:sldMkLst>
          <pc:docMk/>
          <pc:sldMk cId="1570796301" sldId="262"/>
        </pc:sldMkLst>
      </pc:sldChg>
      <pc:sldChg chg="addSp modSp add mod ord">
        <pc:chgData name="Przemyslaw Starosta" userId="45f988447864b3e6" providerId="LiveId" clId="{E1FCE9BC-214A-4AB4-9290-1E04351895A1}" dt="2023-12-15T13:09:03.385" v="518" actId="1076"/>
        <pc:sldMkLst>
          <pc:docMk/>
          <pc:sldMk cId="3730144595" sldId="262"/>
        </pc:sldMkLst>
        <pc:spChg chg="mod">
          <ac:chgData name="Przemyslaw Starosta" userId="45f988447864b3e6" providerId="LiveId" clId="{E1FCE9BC-214A-4AB4-9290-1E04351895A1}" dt="2023-12-15T13:02:55.759" v="453" actId="20577"/>
          <ac:spMkLst>
            <pc:docMk/>
            <pc:sldMk cId="3730144595" sldId="262"/>
            <ac:spMk id="2" creationId="{7B06E5A1-8B64-44F0-9F61-990F78D1FF6F}"/>
          </ac:spMkLst>
        </pc:spChg>
        <pc:spChg chg="mod">
          <ac:chgData name="Przemyslaw Starosta" userId="45f988447864b3e6" providerId="LiveId" clId="{E1FCE9BC-214A-4AB4-9290-1E04351895A1}" dt="2023-12-15T13:04:54.994" v="482" actId="108"/>
          <ac:spMkLst>
            <pc:docMk/>
            <pc:sldMk cId="3730144595" sldId="262"/>
            <ac:spMk id="3" creationId="{AD8E9BBF-A55D-4C50-9C86-D226AA6FCBAF}"/>
          </ac:spMkLst>
        </pc:spChg>
        <pc:cxnChg chg="add mod">
          <ac:chgData name="Przemyslaw Starosta" userId="45f988447864b3e6" providerId="LiveId" clId="{E1FCE9BC-214A-4AB4-9290-1E04351895A1}" dt="2023-12-15T13:08:54.689" v="516" actId="1582"/>
          <ac:cxnSpMkLst>
            <pc:docMk/>
            <pc:sldMk cId="3730144595" sldId="262"/>
            <ac:cxnSpMk id="5" creationId="{D054E03C-6052-9AF7-9308-E30EEDCBEF3B}"/>
          </ac:cxnSpMkLst>
        </pc:cxnChg>
        <pc:cxnChg chg="add mod">
          <ac:chgData name="Przemyslaw Starosta" userId="45f988447864b3e6" providerId="LiveId" clId="{E1FCE9BC-214A-4AB4-9290-1E04351895A1}" dt="2023-12-15T13:09:03.385" v="518" actId="1076"/>
          <ac:cxnSpMkLst>
            <pc:docMk/>
            <pc:sldMk cId="3730144595" sldId="262"/>
            <ac:cxnSpMk id="6" creationId="{6FDE4AF6-E1C7-0DF5-CB63-42623242B224}"/>
          </ac:cxnSpMkLst>
        </pc:cxnChg>
      </pc:sldChg>
      <pc:sldChg chg="addSp modSp add mod">
        <pc:chgData name="Przemyslaw Starosta" userId="45f988447864b3e6" providerId="LiveId" clId="{E1FCE9BC-214A-4AB4-9290-1E04351895A1}" dt="2023-12-15T13:09:12.557" v="520" actId="1076"/>
        <pc:sldMkLst>
          <pc:docMk/>
          <pc:sldMk cId="2515786134" sldId="263"/>
        </pc:sldMkLst>
        <pc:spChg chg="mod">
          <ac:chgData name="Przemyslaw Starosta" userId="45f988447864b3e6" providerId="LiveId" clId="{E1FCE9BC-214A-4AB4-9290-1E04351895A1}" dt="2023-12-15T13:08:21.634" v="512" actId="20577"/>
          <ac:spMkLst>
            <pc:docMk/>
            <pc:sldMk cId="2515786134" sldId="263"/>
            <ac:spMk id="3" creationId="{AD8E9BBF-A55D-4C50-9C86-D226AA6FCBAF}"/>
          </ac:spMkLst>
        </pc:spChg>
        <pc:cxnChg chg="add mod">
          <ac:chgData name="Przemyslaw Starosta" userId="45f988447864b3e6" providerId="LiveId" clId="{E1FCE9BC-214A-4AB4-9290-1E04351895A1}" dt="2023-12-15T13:09:12.557" v="520" actId="1076"/>
          <ac:cxnSpMkLst>
            <pc:docMk/>
            <pc:sldMk cId="2515786134" sldId="263"/>
            <ac:cxnSpMk id="4" creationId="{F27AB724-18C5-9B5B-7A15-08AB3FDFA780}"/>
          </ac:cxnSpMkLst>
        </pc:cxnChg>
      </pc:sldChg>
      <pc:sldChg chg="del">
        <pc:chgData name="Przemyslaw Starosta" userId="45f988447864b3e6" providerId="LiveId" clId="{E1FCE9BC-214A-4AB4-9290-1E04351895A1}" dt="2023-12-15T12:52:22.726" v="27" actId="47"/>
        <pc:sldMkLst>
          <pc:docMk/>
          <pc:sldMk cId="2577385856" sldId="263"/>
        </pc:sldMkLst>
      </pc:sldChg>
      <pc:sldChg chg="modSp add mod">
        <pc:chgData name="Przemyslaw Starosta" userId="45f988447864b3e6" providerId="LiveId" clId="{E1FCE9BC-214A-4AB4-9290-1E04351895A1}" dt="2023-12-15T13:10:29.759" v="548" actId="108"/>
        <pc:sldMkLst>
          <pc:docMk/>
          <pc:sldMk cId="807989834" sldId="264"/>
        </pc:sldMkLst>
        <pc:spChg chg="mod">
          <ac:chgData name="Przemyslaw Starosta" userId="45f988447864b3e6" providerId="LiveId" clId="{E1FCE9BC-214A-4AB4-9290-1E04351895A1}" dt="2023-12-15T13:09:21.463" v="524" actId="20577"/>
          <ac:spMkLst>
            <pc:docMk/>
            <pc:sldMk cId="807989834" sldId="264"/>
            <ac:spMk id="2" creationId="{7B06E5A1-8B64-44F0-9F61-990F78D1FF6F}"/>
          </ac:spMkLst>
        </pc:spChg>
        <pc:spChg chg="mod">
          <ac:chgData name="Przemyslaw Starosta" userId="45f988447864b3e6" providerId="LiveId" clId="{E1FCE9BC-214A-4AB4-9290-1E04351895A1}" dt="2023-12-15T13:10:29.759" v="548" actId="108"/>
          <ac:spMkLst>
            <pc:docMk/>
            <pc:sldMk cId="807989834" sldId="264"/>
            <ac:spMk id="3" creationId="{AD8E9BBF-A55D-4C50-9C86-D226AA6FCBAF}"/>
          </ac:spMkLst>
        </pc:spChg>
        <pc:cxnChg chg="mod">
          <ac:chgData name="Przemyslaw Starosta" userId="45f988447864b3e6" providerId="LiveId" clId="{E1FCE9BC-214A-4AB4-9290-1E04351895A1}" dt="2023-12-15T13:10:06.678" v="543" actId="1076"/>
          <ac:cxnSpMkLst>
            <pc:docMk/>
            <pc:sldMk cId="807989834" sldId="264"/>
            <ac:cxnSpMk id="4" creationId="{F27AB724-18C5-9B5B-7A15-08AB3FDFA780}"/>
          </ac:cxnSpMkLst>
        </pc:cxnChg>
      </pc:sldChg>
      <pc:sldChg chg="del">
        <pc:chgData name="Przemyslaw Starosta" userId="45f988447864b3e6" providerId="LiveId" clId="{E1FCE9BC-214A-4AB4-9290-1E04351895A1}" dt="2023-12-15T12:52:22.726" v="27" actId="47"/>
        <pc:sldMkLst>
          <pc:docMk/>
          <pc:sldMk cId="3831991765" sldId="264"/>
        </pc:sldMkLst>
      </pc:sldChg>
      <pc:sldChg chg="delSp modSp add mod">
        <pc:chgData name="Przemyslaw Starosta" userId="45f988447864b3e6" providerId="LiveId" clId="{E1FCE9BC-214A-4AB4-9290-1E04351895A1}" dt="2023-12-15T13:11:45.681" v="566" actId="20577"/>
        <pc:sldMkLst>
          <pc:docMk/>
          <pc:sldMk cId="3100222589" sldId="265"/>
        </pc:sldMkLst>
        <pc:spChg chg="mod">
          <ac:chgData name="Przemyslaw Starosta" userId="45f988447864b3e6" providerId="LiveId" clId="{E1FCE9BC-214A-4AB4-9290-1E04351895A1}" dt="2023-12-15T13:11:45.681" v="566" actId="20577"/>
          <ac:spMkLst>
            <pc:docMk/>
            <pc:sldMk cId="3100222589" sldId="265"/>
            <ac:spMk id="3" creationId="{AD8E9BBF-A55D-4C50-9C86-D226AA6FCBAF}"/>
          </ac:spMkLst>
        </pc:spChg>
        <pc:cxnChg chg="del">
          <ac:chgData name="Przemyslaw Starosta" userId="45f988447864b3e6" providerId="LiveId" clId="{E1FCE9BC-214A-4AB4-9290-1E04351895A1}" dt="2023-12-15T13:10:42.588" v="550" actId="478"/>
          <ac:cxnSpMkLst>
            <pc:docMk/>
            <pc:sldMk cId="3100222589" sldId="265"/>
            <ac:cxnSpMk id="4" creationId="{F27AB724-18C5-9B5B-7A15-08AB3FDFA780}"/>
          </ac:cxnSpMkLst>
        </pc:cxnChg>
      </pc:sldChg>
      <pc:sldChg chg="del">
        <pc:chgData name="Przemyslaw Starosta" userId="45f988447864b3e6" providerId="LiveId" clId="{E1FCE9BC-214A-4AB4-9290-1E04351895A1}" dt="2023-12-15T12:52:22.726" v="27" actId="47"/>
        <pc:sldMkLst>
          <pc:docMk/>
          <pc:sldMk cId="3576392182" sldId="265"/>
        </pc:sldMkLst>
      </pc:sldChg>
      <pc:sldChg chg="addSp modSp add mod ord">
        <pc:chgData name="Przemyslaw Starosta" userId="45f988447864b3e6" providerId="LiveId" clId="{E1FCE9BC-214A-4AB4-9290-1E04351895A1}" dt="2023-12-15T13:14:06.356" v="599" actId="1076"/>
        <pc:sldMkLst>
          <pc:docMk/>
          <pc:sldMk cId="495898215" sldId="266"/>
        </pc:sldMkLst>
        <pc:spChg chg="mod">
          <ac:chgData name="Przemyslaw Starosta" userId="45f988447864b3e6" providerId="LiveId" clId="{E1FCE9BC-214A-4AB4-9290-1E04351895A1}" dt="2023-12-15T13:12:28.416" v="570" actId="20577"/>
          <ac:spMkLst>
            <pc:docMk/>
            <pc:sldMk cId="495898215" sldId="266"/>
            <ac:spMk id="2" creationId="{7B06E5A1-8B64-44F0-9F61-990F78D1FF6F}"/>
          </ac:spMkLst>
        </pc:spChg>
        <pc:spChg chg="mod">
          <ac:chgData name="Przemyslaw Starosta" userId="45f988447864b3e6" providerId="LiveId" clId="{E1FCE9BC-214A-4AB4-9290-1E04351895A1}" dt="2023-12-15T13:13:52.802" v="596" actId="20577"/>
          <ac:spMkLst>
            <pc:docMk/>
            <pc:sldMk cId="495898215" sldId="266"/>
            <ac:spMk id="3" creationId="{AD8E9BBF-A55D-4C50-9C86-D226AA6FCBAF}"/>
          </ac:spMkLst>
        </pc:spChg>
        <pc:cxnChg chg="mod">
          <ac:chgData name="Przemyslaw Starosta" userId="45f988447864b3e6" providerId="LiveId" clId="{E1FCE9BC-214A-4AB4-9290-1E04351895A1}" dt="2023-12-15T13:14:02.278" v="597" actId="1076"/>
          <ac:cxnSpMkLst>
            <pc:docMk/>
            <pc:sldMk cId="495898215" sldId="266"/>
            <ac:cxnSpMk id="4" creationId="{F27AB724-18C5-9B5B-7A15-08AB3FDFA780}"/>
          </ac:cxnSpMkLst>
        </pc:cxnChg>
        <pc:cxnChg chg="add mod">
          <ac:chgData name="Przemyslaw Starosta" userId="45f988447864b3e6" providerId="LiveId" clId="{E1FCE9BC-214A-4AB4-9290-1E04351895A1}" dt="2023-12-15T13:14:06.356" v="599" actId="1076"/>
          <ac:cxnSpMkLst>
            <pc:docMk/>
            <pc:sldMk cId="495898215" sldId="266"/>
            <ac:cxnSpMk id="5" creationId="{6B37F634-9672-BA32-6717-F92ED5EFA44D}"/>
          </ac:cxnSpMkLst>
        </pc:cxnChg>
      </pc:sldChg>
      <pc:sldChg chg="del">
        <pc:chgData name="Przemyslaw Starosta" userId="45f988447864b3e6" providerId="LiveId" clId="{E1FCE9BC-214A-4AB4-9290-1E04351895A1}" dt="2023-12-15T12:52:22.726" v="27" actId="47"/>
        <pc:sldMkLst>
          <pc:docMk/>
          <pc:sldMk cId="1979787501" sldId="266"/>
        </pc:sldMkLst>
      </pc:sldChg>
      <pc:sldChg chg="del">
        <pc:chgData name="Przemyslaw Starosta" userId="45f988447864b3e6" providerId="LiveId" clId="{E1FCE9BC-214A-4AB4-9290-1E04351895A1}" dt="2023-12-15T12:52:22.726" v="27" actId="47"/>
        <pc:sldMkLst>
          <pc:docMk/>
          <pc:sldMk cId="913666616" sldId="267"/>
        </pc:sldMkLst>
      </pc:sldChg>
      <pc:sldChg chg="delSp modSp add mod">
        <pc:chgData name="Przemyslaw Starosta" userId="45f988447864b3e6" providerId="LiveId" clId="{E1FCE9BC-214A-4AB4-9290-1E04351895A1}" dt="2023-12-18T09:52:51.576" v="2587" actId="20577"/>
        <pc:sldMkLst>
          <pc:docMk/>
          <pc:sldMk cId="1679652664" sldId="267"/>
        </pc:sldMkLst>
        <pc:spChg chg="mod">
          <ac:chgData name="Przemyslaw Starosta" userId="45f988447864b3e6" providerId="LiveId" clId="{E1FCE9BC-214A-4AB4-9290-1E04351895A1}" dt="2023-12-18T09:52:51.576" v="2587" actId="20577"/>
          <ac:spMkLst>
            <pc:docMk/>
            <pc:sldMk cId="1679652664" sldId="267"/>
            <ac:spMk id="3" creationId="{AD8E9BBF-A55D-4C50-9C86-D226AA6FCBAF}"/>
          </ac:spMkLst>
        </pc:spChg>
        <pc:cxnChg chg="del mod">
          <ac:chgData name="Przemyslaw Starosta" userId="45f988447864b3e6" providerId="LiveId" clId="{E1FCE9BC-214A-4AB4-9290-1E04351895A1}" dt="2023-12-15T13:14:20.494" v="602" actId="478"/>
          <ac:cxnSpMkLst>
            <pc:docMk/>
            <pc:sldMk cId="1679652664" sldId="267"/>
            <ac:cxnSpMk id="4" creationId="{F27AB724-18C5-9B5B-7A15-08AB3FDFA780}"/>
          </ac:cxnSpMkLst>
        </pc:cxnChg>
        <pc:cxnChg chg="del">
          <ac:chgData name="Przemyslaw Starosta" userId="45f988447864b3e6" providerId="LiveId" clId="{E1FCE9BC-214A-4AB4-9290-1E04351895A1}" dt="2023-12-15T13:14:21.681" v="603" actId="478"/>
          <ac:cxnSpMkLst>
            <pc:docMk/>
            <pc:sldMk cId="1679652664" sldId="267"/>
            <ac:cxnSpMk id="5" creationId="{6B37F634-9672-BA32-6717-F92ED5EFA44D}"/>
          </ac:cxnSpMkLst>
        </pc:cxnChg>
      </pc:sldChg>
      <pc:sldChg chg="del">
        <pc:chgData name="Przemyslaw Starosta" userId="45f988447864b3e6" providerId="LiveId" clId="{E1FCE9BC-214A-4AB4-9290-1E04351895A1}" dt="2023-12-15T12:52:22.726" v="27" actId="47"/>
        <pc:sldMkLst>
          <pc:docMk/>
          <pc:sldMk cId="2199628869" sldId="268"/>
        </pc:sldMkLst>
      </pc:sldChg>
      <pc:sldChg chg="modSp add mod">
        <pc:chgData name="Przemyslaw Starosta" userId="45f988447864b3e6" providerId="LiveId" clId="{E1FCE9BC-214A-4AB4-9290-1E04351895A1}" dt="2023-12-16T09:01:14.456" v="837" actId="27636"/>
        <pc:sldMkLst>
          <pc:docMk/>
          <pc:sldMk cId="2814867680" sldId="268"/>
        </pc:sldMkLst>
        <pc:spChg chg="mod">
          <ac:chgData name="Przemyslaw Starosta" userId="45f988447864b3e6" providerId="LiveId" clId="{E1FCE9BC-214A-4AB4-9290-1E04351895A1}" dt="2023-12-16T09:00:07.640" v="809" actId="20577"/>
          <ac:spMkLst>
            <pc:docMk/>
            <pc:sldMk cId="2814867680" sldId="268"/>
            <ac:spMk id="2" creationId="{7B06E5A1-8B64-44F0-9F61-990F78D1FF6F}"/>
          </ac:spMkLst>
        </pc:spChg>
        <pc:spChg chg="mod">
          <ac:chgData name="Przemyslaw Starosta" userId="45f988447864b3e6" providerId="LiveId" clId="{E1FCE9BC-214A-4AB4-9290-1E04351895A1}" dt="2023-12-16T09:01:14.456" v="837" actId="27636"/>
          <ac:spMkLst>
            <pc:docMk/>
            <pc:sldMk cId="2814867680" sldId="268"/>
            <ac:spMk id="3" creationId="{AD8E9BBF-A55D-4C50-9C86-D226AA6FCBAF}"/>
          </ac:spMkLst>
        </pc:spChg>
      </pc:sldChg>
      <pc:sldChg chg="add">
        <pc:chgData name="Przemyslaw Starosta" userId="45f988447864b3e6" providerId="LiveId" clId="{E1FCE9BC-214A-4AB4-9290-1E04351895A1}" dt="2023-12-16T09:00:02.777" v="799" actId="2890"/>
        <pc:sldMkLst>
          <pc:docMk/>
          <pc:sldMk cId="1282233223" sldId="269"/>
        </pc:sldMkLst>
      </pc:sldChg>
      <pc:sldChg chg="del">
        <pc:chgData name="Przemyslaw Starosta" userId="45f988447864b3e6" providerId="LiveId" clId="{E1FCE9BC-214A-4AB4-9290-1E04351895A1}" dt="2023-12-15T12:52:22.726" v="27" actId="47"/>
        <pc:sldMkLst>
          <pc:docMk/>
          <pc:sldMk cId="2405805890" sldId="269"/>
        </pc:sldMkLst>
      </pc:sldChg>
      <pc:sldChg chg="addSp delSp modSp add mod">
        <pc:chgData name="Przemyslaw Starosta" userId="45f988447864b3e6" providerId="LiveId" clId="{E1FCE9BC-214A-4AB4-9290-1E04351895A1}" dt="2023-12-16T13:10:58.734" v="1128" actId="14100"/>
        <pc:sldMkLst>
          <pc:docMk/>
          <pc:sldMk cId="305799645" sldId="270"/>
        </pc:sldMkLst>
        <pc:spChg chg="mod">
          <ac:chgData name="Przemyslaw Starosta" userId="45f988447864b3e6" providerId="LiveId" clId="{E1FCE9BC-214A-4AB4-9290-1E04351895A1}" dt="2023-12-16T13:04:32.605" v="869" actId="20577"/>
          <ac:spMkLst>
            <pc:docMk/>
            <pc:sldMk cId="305799645" sldId="270"/>
            <ac:spMk id="2" creationId="{7B06E5A1-8B64-44F0-9F61-990F78D1FF6F}"/>
          </ac:spMkLst>
        </pc:spChg>
        <pc:spChg chg="del mod">
          <ac:chgData name="Przemyslaw Starosta" userId="45f988447864b3e6" providerId="LiveId" clId="{E1FCE9BC-214A-4AB4-9290-1E04351895A1}" dt="2023-12-16T13:04:43.268" v="871" actId="3680"/>
          <ac:spMkLst>
            <pc:docMk/>
            <pc:sldMk cId="305799645" sldId="270"/>
            <ac:spMk id="3" creationId="{AD8E9BBF-A55D-4C50-9C86-D226AA6FCBAF}"/>
          </ac:spMkLst>
        </pc:spChg>
        <pc:spChg chg="add mod">
          <ac:chgData name="Przemyslaw Starosta" userId="45f988447864b3e6" providerId="LiveId" clId="{E1FCE9BC-214A-4AB4-9290-1E04351895A1}" dt="2023-12-16T13:10:58.734" v="1128" actId="14100"/>
          <ac:spMkLst>
            <pc:docMk/>
            <pc:sldMk cId="305799645" sldId="270"/>
            <ac:spMk id="10" creationId="{70D2E74A-3C71-13AC-5FFC-21F1471B22AC}"/>
          </ac:spMkLst>
        </pc:spChg>
        <pc:graphicFrameChg chg="add mod ord modGraphic">
          <ac:chgData name="Przemyslaw Starosta" userId="45f988447864b3e6" providerId="LiveId" clId="{E1FCE9BC-214A-4AB4-9290-1E04351895A1}" dt="2023-12-16T13:07:38.353" v="1054"/>
          <ac:graphicFrameMkLst>
            <pc:docMk/>
            <pc:sldMk cId="305799645" sldId="270"/>
            <ac:graphicFrameMk id="4" creationId="{828BD745-70E1-6BC8-79EF-B5C49020C424}"/>
          </ac:graphicFrameMkLst>
        </pc:graphicFrameChg>
        <pc:picChg chg="add mod">
          <ac:chgData name="Przemyslaw Starosta" userId="45f988447864b3e6" providerId="LiveId" clId="{E1FCE9BC-214A-4AB4-9290-1E04351895A1}" dt="2023-12-16T13:08:15.339" v="1061" actId="1076"/>
          <ac:picMkLst>
            <pc:docMk/>
            <pc:sldMk cId="305799645" sldId="270"/>
            <ac:picMk id="6" creationId="{F358BF21-F791-CF4E-EAC4-F6C611A5A6E2}"/>
          </ac:picMkLst>
        </pc:picChg>
        <pc:picChg chg="add mod">
          <ac:chgData name="Przemyslaw Starosta" userId="45f988447864b3e6" providerId="LiveId" clId="{E1FCE9BC-214A-4AB4-9290-1E04351895A1}" dt="2023-12-16T13:08:39.865" v="1067" actId="1076"/>
          <ac:picMkLst>
            <pc:docMk/>
            <pc:sldMk cId="305799645" sldId="270"/>
            <ac:picMk id="8" creationId="{A5D2BEF2-AC22-5A92-9929-7B8DE6FE2DA2}"/>
          </ac:picMkLst>
        </pc:picChg>
      </pc:sldChg>
      <pc:sldChg chg="del">
        <pc:chgData name="Przemyslaw Starosta" userId="45f988447864b3e6" providerId="LiveId" clId="{E1FCE9BC-214A-4AB4-9290-1E04351895A1}" dt="2023-12-15T12:52:22.726" v="27" actId="47"/>
        <pc:sldMkLst>
          <pc:docMk/>
          <pc:sldMk cId="344194015" sldId="270"/>
        </pc:sldMkLst>
      </pc:sldChg>
      <pc:sldChg chg="del">
        <pc:chgData name="Przemyslaw Starosta" userId="45f988447864b3e6" providerId="LiveId" clId="{E1FCE9BC-214A-4AB4-9290-1E04351895A1}" dt="2023-12-15T12:52:22.726" v="27" actId="47"/>
        <pc:sldMkLst>
          <pc:docMk/>
          <pc:sldMk cId="2066106199" sldId="271"/>
        </pc:sldMkLst>
      </pc:sldChg>
      <pc:sldChg chg="addSp delSp modSp add mod">
        <pc:chgData name="Przemyslaw Starosta" userId="45f988447864b3e6" providerId="LiveId" clId="{E1FCE9BC-214A-4AB4-9290-1E04351895A1}" dt="2023-12-16T13:15:41.528" v="1506" actId="404"/>
        <pc:sldMkLst>
          <pc:docMk/>
          <pc:sldMk cId="2777071879" sldId="271"/>
        </pc:sldMkLst>
        <pc:spChg chg="mod">
          <ac:chgData name="Przemyslaw Starosta" userId="45f988447864b3e6" providerId="LiveId" clId="{E1FCE9BC-214A-4AB4-9290-1E04351895A1}" dt="2023-12-16T13:11:11.095" v="1139" actId="20577"/>
          <ac:spMkLst>
            <pc:docMk/>
            <pc:sldMk cId="2777071879" sldId="271"/>
            <ac:spMk id="2" creationId="{7B06E5A1-8B64-44F0-9F61-990F78D1FF6F}"/>
          </ac:spMkLst>
        </pc:spChg>
        <pc:spChg chg="add mod">
          <ac:chgData name="Przemyslaw Starosta" userId="45f988447864b3e6" providerId="LiveId" clId="{E1FCE9BC-214A-4AB4-9290-1E04351895A1}" dt="2023-12-16T13:15:41.528" v="1506" actId="404"/>
          <ac:spMkLst>
            <pc:docMk/>
            <pc:sldMk cId="2777071879" sldId="271"/>
            <ac:spMk id="5" creationId="{84A2EFD9-3E82-14FA-FC59-546AD41842CA}"/>
          </ac:spMkLst>
        </pc:spChg>
        <pc:spChg chg="mod">
          <ac:chgData name="Przemyslaw Starosta" userId="45f988447864b3e6" providerId="LiveId" clId="{E1FCE9BC-214A-4AB4-9290-1E04351895A1}" dt="2023-12-16T13:14:33.876" v="1381" actId="20577"/>
          <ac:spMkLst>
            <pc:docMk/>
            <pc:sldMk cId="2777071879" sldId="271"/>
            <ac:spMk id="10" creationId="{70D2E74A-3C71-13AC-5FFC-21F1471B22AC}"/>
          </ac:spMkLst>
        </pc:spChg>
        <pc:graphicFrameChg chg="mod modGraphic">
          <ac:chgData name="Przemyslaw Starosta" userId="45f988447864b3e6" providerId="LiveId" clId="{E1FCE9BC-214A-4AB4-9290-1E04351895A1}" dt="2023-12-16T13:13:39.661" v="1258" actId="20577"/>
          <ac:graphicFrameMkLst>
            <pc:docMk/>
            <pc:sldMk cId="2777071879" sldId="271"/>
            <ac:graphicFrameMk id="4" creationId="{828BD745-70E1-6BC8-79EF-B5C49020C424}"/>
          </ac:graphicFrameMkLst>
        </pc:graphicFrameChg>
        <pc:picChg chg="del mod">
          <ac:chgData name="Przemyslaw Starosta" userId="45f988447864b3e6" providerId="LiveId" clId="{E1FCE9BC-214A-4AB4-9290-1E04351895A1}" dt="2023-12-16T13:11:32.364" v="1143" actId="478"/>
          <ac:picMkLst>
            <pc:docMk/>
            <pc:sldMk cId="2777071879" sldId="271"/>
            <ac:picMk id="6" creationId="{F358BF21-F791-CF4E-EAC4-F6C611A5A6E2}"/>
          </ac:picMkLst>
        </pc:picChg>
        <pc:picChg chg="del">
          <ac:chgData name="Przemyslaw Starosta" userId="45f988447864b3e6" providerId="LiveId" clId="{E1FCE9BC-214A-4AB4-9290-1E04351895A1}" dt="2023-12-16T13:11:31.969" v="1142" actId="478"/>
          <ac:picMkLst>
            <pc:docMk/>
            <pc:sldMk cId="2777071879" sldId="271"/>
            <ac:picMk id="8" creationId="{A5D2BEF2-AC22-5A92-9929-7B8DE6FE2DA2}"/>
          </ac:picMkLst>
        </pc:picChg>
      </pc:sldChg>
      <pc:sldChg chg="modSp add mod">
        <pc:chgData name="Przemyslaw Starosta" userId="45f988447864b3e6" providerId="LiveId" clId="{E1FCE9BC-214A-4AB4-9290-1E04351895A1}" dt="2023-12-16T13:19:14.880" v="1750" actId="6549"/>
        <pc:sldMkLst>
          <pc:docMk/>
          <pc:sldMk cId="3983975806" sldId="272"/>
        </pc:sldMkLst>
        <pc:spChg chg="mod">
          <ac:chgData name="Przemyslaw Starosta" userId="45f988447864b3e6" providerId="LiveId" clId="{E1FCE9BC-214A-4AB4-9290-1E04351895A1}" dt="2023-12-16T13:16:00.208" v="1526" actId="20577"/>
          <ac:spMkLst>
            <pc:docMk/>
            <pc:sldMk cId="3983975806" sldId="272"/>
            <ac:spMk id="2" creationId="{7B06E5A1-8B64-44F0-9F61-990F78D1FF6F}"/>
          </ac:spMkLst>
        </pc:spChg>
        <pc:spChg chg="mod">
          <ac:chgData name="Przemyslaw Starosta" userId="45f988447864b3e6" providerId="LiveId" clId="{E1FCE9BC-214A-4AB4-9290-1E04351895A1}" dt="2023-12-16T13:18:57.030" v="1741" actId="20577"/>
          <ac:spMkLst>
            <pc:docMk/>
            <pc:sldMk cId="3983975806" sldId="272"/>
            <ac:spMk id="5" creationId="{84A2EFD9-3E82-14FA-FC59-546AD41842CA}"/>
          </ac:spMkLst>
        </pc:spChg>
        <pc:spChg chg="mod">
          <ac:chgData name="Przemyslaw Starosta" userId="45f988447864b3e6" providerId="LiveId" clId="{E1FCE9BC-214A-4AB4-9290-1E04351895A1}" dt="2023-12-16T13:17:09.920" v="1665" actId="20577"/>
          <ac:spMkLst>
            <pc:docMk/>
            <pc:sldMk cId="3983975806" sldId="272"/>
            <ac:spMk id="10" creationId="{70D2E74A-3C71-13AC-5FFC-21F1471B22AC}"/>
          </ac:spMkLst>
        </pc:spChg>
        <pc:graphicFrameChg chg="mod modGraphic">
          <ac:chgData name="Przemyslaw Starosta" userId="45f988447864b3e6" providerId="LiveId" clId="{E1FCE9BC-214A-4AB4-9290-1E04351895A1}" dt="2023-12-16T13:19:14.880" v="1750" actId="6549"/>
          <ac:graphicFrameMkLst>
            <pc:docMk/>
            <pc:sldMk cId="3983975806" sldId="272"/>
            <ac:graphicFrameMk id="4" creationId="{828BD745-70E1-6BC8-79EF-B5C49020C424}"/>
          </ac:graphicFrameMkLst>
        </pc:graphicFrameChg>
      </pc:sldChg>
      <pc:sldChg chg="addSp modSp add mod">
        <pc:chgData name="Przemyslaw Starosta" userId="45f988447864b3e6" providerId="LiveId" clId="{E1FCE9BC-214A-4AB4-9290-1E04351895A1}" dt="2023-12-16T13:24:00.733" v="1917" actId="14100"/>
        <pc:sldMkLst>
          <pc:docMk/>
          <pc:sldMk cId="1649667541" sldId="273"/>
        </pc:sldMkLst>
        <pc:spChg chg="mod">
          <ac:chgData name="Przemyslaw Starosta" userId="45f988447864b3e6" providerId="LiveId" clId="{E1FCE9BC-214A-4AB4-9290-1E04351895A1}" dt="2023-12-16T13:19:29.297" v="1767" actId="20577"/>
          <ac:spMkLst>
            <pc:docMk/>
            <pc:sldMk cId="1649667541" sldId="273"/>
            <ac:spMk id="2" creationId="{7B06E5A1-8B64-44F0-9F61-990F78D1FF6F}"/>
          </ac:spMkLst>
        </pc:spChg>
        <pc:spChg chg="mod">
          <ac:chgData name="Przemyslaw Starosta" userId="45f988447864b3e6" providerId="LiveId" clId="{E1FCE9BC-214A-4AB4-9290-1E04351895A1}" dt="2023-12-16T13:21:52.465" v="1860" actId="20577"/>
          <ac:spMkLst>
            <pc:docMk/>
            <pc:sldMk cId="1649667541" sldId="273"/>
            <ac:spMk id="10" creationId="{70D2E74A-3C71-13AC-5FFC-21F1471B22AC}"/>
          </ac:spMkLst>
        </pc:spChg>
        <pc:graphicFrameChg chg="mod modGraphic">
          <ac:chgData name="Przemyslaw Starosta" userId="45f988447864b3e6" providerId="LiveId" clId="{E1FCE9BC-214A-4AB4-9290-1E04351895A1}" dt="2023-12-16T13:23:56.900" v="1915"/>
          <ac:graphicFrameMkLst>
            <pc:docMk/>
            <pc:sldMk cId="1649667541" sldId="273"/>
            <ac:graphicFrameMk id="4" creationId="{828BD745-70E1-6BC8-79EF-B5C49020C424}"/>
          </ac:graphicFrameMkLst>
        </pc:graphicFrameChg>
        <pc:picChg chg="add mod">
          <ac:chgData name="Przemyslaw Starosta" userId="45f988447864b3e6" providerId="LiveId" clId="{E1FCE9BC-214A-4AB4-9290-1E04351895A1}" dt="2023-12-16T13:22:36.653" v="1905" actId="1076"/>
          <ac:picMkLst>
            <pc:docMk/>
            <pc:sldMk cId="1649667541" sldId="273"/>
            <ac:picMk id="6" creationId="{74DC91CE-BCCF-DAD0-BCA3-C8EB928D52E0}"/>
          </ac:picMkLst>
        </pc:picChg>
        <pc:picChg chg="add mod">
          <ac:chgData name="Przemyslaw Starosta" userId="45f988447864b3e6" providerId="LiveId" clId="{E1FCE9BC-214A-4AB4-9290-1E04351895A1}" dt="2023-12-16T13:24:00.733" v="1917" actId="14100"/>
          <ac:picMkLst>
            <pc:docMk/>
            <pc:sldMk cId="1649667541" sldId="273"/>
            <ac:picMk id="8" creationId="{085C168B-6C8B-D9F1-7444-39120A2F4CF9}"/>
          </ac:picMkLst>
        </pc:picChg>
      </pc:sldChg>
      <pc:sldChg chg="modSp add mod ord">
        <pc:chgData name="Przemyslaw Starosta" userId="45f988447864b3e6" providerId="LiveId" clId="{E1FCE9BC-214A-4AB4-9290-1E04351895A1}" dt="2023-12-17T15:30:37.509" v="2079" actId="20577"/>
        <pc:sldMkLst>
          <pc:docMk/>
          <pc:sldMk cId="184060481" sldId="274"/>
        </pc:sldMkLst>
        <pc:spChg chg="mod">
          <ac:chgData name="Przemyslaw Starosta" userId="45f988447864b3e6" providerId="LiveId" clId="{E1FCE9BC-214A-4AB4-9290-1E04351895A1}" dt="2023-12-17T14:58:52.022" v="1935" actId="20577"/>
          <ac:spMkLst>
            <pc:docMk/>
            <pc:sldMk cId="184060481" sldId="274"/>
            <ac:spMk id="2" creationId="{7B06E5A1-8B64-44F0-9F61-990F78D1FF6F}"/>
          </ac:spMkLst>
        </pc:spChg>
        <pc:spChg chg="mod">
          <ac:chgData name="Przemyslaw Starosta" userId="45f988447864b3e6" providerId="LiveId" clId="{E1FCE9BC-214A-4AB4-9290-1E04351895A1}" dt="2023-12-17T15:30:37.509" v="2079" actId="20577"/>
          <ac:spMkLst>
            <pc:docMk/>
            <pc:sldMk cId="184060481" sldId="274"/>
            <ac:spMk id="3" creationId="{AD8E9BBF-A55D-4C50-9C86-D226AA6FCBAF}"/>
          </ac:spMkLst>
        </pc:spChg>
      </pc:sldChg>
      <pc:sldChg chg="addSp delSp modSp add mod ord">
        <pc:chgData name="Przemyslaw Starosta" userId="45f988447864b3e6" providerId="LiveId" clId="{E1FCE9BC-214A-4AB4-9290-1E04351895A1}" dt="2023-12-17T18:49:30.362" v="2585"/>
        <pc:sldMkLst>
          <pc:docMk/>
          <pc:sldMk cId="277328511" sldId="275"/>
        </pc:sldMkLst>
        <pc:spChg chg="mod">
          <ac:chgData name="Przemyslaw Starosta" userId="45f988447864b3e6" providerId="LiveId" clId="{E1FCE9BC-214A-4AB4-9290-1E04351895A1}" dt="2023-12-17T15:30:54.389" v="2114" actId="20577"/>
          <ac:spMkLst>
            <pc:docMk/>
            <pc:sldMk cId="277328511" sldId="275"/>
            <ac:spMk id="2" creationId="{7B06E5A1-8B64-44F0-9F61-990F78D1FF6F}"/>
          </ac:spMkLst>
        </pc:spChg>
        <pc:spChg chg="del mod">
          <ac:chgData name="Przemyslaw Starosta" userId="45f988447864b3e6" providerId="LiveId" clId="{E1FCE9BC-214A-4AB4-9290-1E04351895A1}" dt="2023-12-17T15:31:58.306" v="2130" actId="478"/>
          <ac:spMkLst>
            <pc:docMk/>
            <pc:sldMk cId="277328511" sldId="275"/>
            <ac:spMk id="3" creationId="{AD8E9BBF-A55D-4C50-9C86-D226AA6FCBAF}"/>
          </ac:spMkLst>
        </pc:spChg>
        <pc:spChg chg="add mod">
          <ac:chgData name="Przemyslaw Starosta" userId="45f988447864b3e6" providerId="LiveId" clId="{E1FCE9BC-214A-4AB4-9290-1E04351895A1}" dt="2023-12-17T15:32:21.217" v="2139" actId="1076"/>
          <ac:spMkLst>
            <pc:docMk/>
            <pc:sldMk cId="277328511" sldId="275"/>
            <ac:spMk id="9" creationId="{47332479-AB8A-C368-68DE-E1304212E4F2}"/>
          </ac:spMkLst>
        </pc:spChg>
        <pc:spChg chg="add mod">
          <ac:chgData name="Przemyslaw Starosta" userId="45f988447864b3e6" providerId="LiveId" clId="{E1FCE9BC-214A-4AB4-9290-1E04351895A1}" dt="2023-12-17T15:33:19.706" v="2202" actId="113"/>
          <ac:spMkLst>
            <pc:docMk/>
            <pc:sldMk cId="277328511" sldId="275"/>
            <ac:spMk id="10" creationId="{C425860F-D300-ABA1-0DAB-922AFC2B915A}"/>
          </ac:spMkLst>
        </pc:spChg>
        <pc:spChg chg="add mod">
          <ac:chgData name="Przemyslaw Starosta" userId="45f988447864b3e6" providerId="LiveId" clId="{E1FCE9BC-214A-4AB4-9290-1E04351895A1}" dt="2023-12-17T15:33:21.181" v="2203" actId="113"/>
          <ac:spMkLst>
            <pc:docMk/>
            <pc:sldMk cId="277328511" sldId="275"/>
            <ac:spMk id="11" creationId="{73A82912-C9BA-3595-CF96-3807F850D49F}"/>
          </ac:spMkLst>
        </pc:spChg>
        <pc:spChg chg="add mod">
          <ac:chgData name="Przemyslaw Starosta" userId="45f988447864b3e6" providerId="LiveId" clId="{E1FCE9BC-214A-4AB4-9290-1E04351895A1}" dt="2023-12-17T15:33:23.110" v="2204" actId="113"/>
          <ac:spMkLst>
            <pc:docMk/>
            <pc:sldMk cId="277328511" sldId="275"/>
            <ac:spMk id="12" creationId="{7D0B577C-04E0-1F07-D397-BC6C4AE4DA0B}"/>
          </ac:spMkLst>
        </pc:spChg>
        <pc:spChg chg="add mod">
          <ac:chgData name="Przemyslaw Starosta" userId="45f988447864b3e6" providerId="LiveId" clId="{E1FCE9BC-214A-4AB4-9290-1E04351895A1}" dt="2023-12-17T15:33:24.900" v="2205" actId="113"/>
          <ac:spMkLst>
            <pc:docMk/>
            <pc:sldMk cId="277328511" sldId="275"/>
            <ac:spMk id="13" creationId="{320AE10C-2FAE-073D-6C5A-E3C0D57736F6}"/>
          </ac:spMkLst>
        </pc:spChg>
        <pc:cxnChg chg="add mod">
          <ac:chgData name="Przemyslaw Starosta" userId="45f988447864b3e6" providerId="LiveId" clId="{E1FCE9BC-214A-4AB4-9290-1E04351895A1}" dt="2023-12-17T15:31:22.853" v="2118" actId="1582"/>
          <ac:cxnSpMkLst>
            <pc:docMk/>
            <pc:sldMk cId="277328511" sldId="275"/>
            <ac:cxnSpMk id="5" creationId="{8D9A8ABC-6011-97EE-7AE6-0500482C1C9F}"/>
          </ac:cxnSpMkLst>
        </pc:cxnChg>
        <pc:cxnChg chg="add mod">
          <ac:chgData name="Przemyslaw Starosta" userId="45f988447864b3e6" providerId="LiveId" clId="{E1FCE9BC-214A-4AB4-9290-1E04351895A1}" dt="2023-12-17T15:33:10.427" v="2189" actId="14100"/>
          <ac:cxnSpMkLst>
            <pc:docMk/>
            <pc:sldMk cId="277328511" sldId="275"/>
            <ac:cxnSpMk id="6" creationId="{E3F8036C-5626-0A93-E88C-108F50F7306E}"/>
          </ac:cxnSpMkLst>
        </pc:cxnChg>
        <pc:cxnChg chg="add mod">
          <ac:chgData name="Przemyslaw Starosta" userId="45f988447864b3e6" providerId="LiveId" clId="{E1FCE9BC-214A-4AB4-9290-1E04351895A1}" dt="2023-12-17T15:34:19.707" v="2214" actId="208"/>
          <ac:cxnSpMkLst>
            <pc:docMk/>
            <pc:sldMk cId="277328511" sldId="275"/>
            <ac:cxnSpMk id="15" creationId="{85963C05-E70E-997D-A8B9-3A80304CE98F}"/>
          </ac:cxnSpMkLst>
        </pc:cxnChg>
      </pc:sldChg>
      <pc:sldChg chg="modSp add mod ord">
        <pc:chgData name="Przemyslaw Starosta" userId="45f988447864b3e6" providerId="LiveId" clId="{E1FCE9BC-214A-4AB4-9290-1E04351895A1}" dt="2023-12-17T15:37:33.669" v="2583" actId="20577"/>
        <pc:sldMkLst>
          <pc:docMk/>
          <pc:sldMk cId="3753369169" sldId="276"/>
        </pc:sldMkLst>
        <pc:spChg chg="mod">
          <ac:chgData name="Przemyslaw Starosta" userId="45f988447864b3e6" providerId="LiveId" clId="{E1FCE9BC-214A-4AB4-9290-1E04351895A1}" dt="2023-12-17T15:35:03.173" v="2229" actId="20577"/>
          <ac:spMkLst>
            <pc:docMk/>
            <pc:sldMk cId="3753369169" sldId="276"/>
            <ac:spMk id="2" creationId="{7B06E5A1-8B64-44F0-9F61-990F78D1FF6F}"/>
          </ac:spMkLst>
        </pc:spChg>
        <pc:spChg chg="mod">
          <ac:chgData name="Przemyslaw Starosta" userId="45f988447864b3e6" providerId="LiveId" clId="{E1FCE9BC-214A-4AB4-9290-1E04351895A1}" dt="2023-12-17T15:37:33.669" v="2583" actId="20577"/>
          <ac:spMkLst>
            <pc:docMk/>
            <pc:sldMk cId="3753369169" sldId="276"/>
            <ac:spMk id="3" creationId="{AD8E9BBF-A55D-4C50-9C86-D226AA6FCBAF}"/>
          </ac:spMkLst>
        </pc:spChg>
      </pc:sldChg>
    </pc:docChg>
  </pc:docChgLst>
  <pc:docChgLst>
    <pc:chgData name="Przemyslaw Starosta" userId="45f988447864b3e6" providerId="LiveId" clId="{461B0639-E732-493F-A5D4-F04E6D1737C7}"/>
    <pc:docChg chg="undo custSel addSld delSld modSld">
      <pc:chgData name="Przemyslaw Starosta" userId="45f988447864b3e6" providerId="LiveId" clId="{461B0639-E732-493F-A5D4-F04E6D1737C7}" dt="2023-03-28T08:18:38.770" v="22" actId="1076"/>
      <pc:docMkLst>
        <pc:docMk/>
      </pc:docMkLst>
      <pc:sldChg chg="modSp add del">
        <pc:chgData name="Przemyslaw Starosta" userId="45f988447864b3e6" providerId="LiveId" clId="{461B0639-E732-493F-A5D4-F04E6D1737C7}" dt="2023-03-28T08:10:57.393" v="19" actId="14100"/>
        <pc:sldMkLst>
          <pc:docMk/>
          <pc:sldMk cId="873540532" sldId="257"/>
        </pc:sldMkLst>
        <pc:picChg chg="mod">
          <ac:chgData name="Przemyslaw Starosta" userId="45f988447864b3e6" providerId="LiveId" clId="{461B0639-E732-493F-A5D4-F04E6D1737C7}" dt="2023-03-28T08:10:57.393" v="19" actId="14100"/>
          <ac:picMkLst>
            <pc:docMk/>
            <pc:sldMk cId="873540532" sldId="257"/>
            <ac:picMk id="1026" creationId="{436FC09B-CF32-49F5-AD00-9F43A2B46F40}"/>
          </ac:picMkLst>
        </pc:picChg>
      </pc:sldChg>
      <pc:sldChg chg="modSp mod">
        <pc:chgData name="Przemyslaw Starosta" userId="45f988447864b3e6" providerId="LiveId" clId="{461B0639-E732-493F-A5D4-F04E6D1737C7}" dt="2023-03-28T08:18:38.770" v="22" actId="1076"/>
        <pc:sldMkLst>
          <pc:docMk/>
          <pc:sldMk cId="2575848590" sldId="261"/>
        </pc:sldMkLst>
        <pc:picChg chg="mod">
          <ac:chgData name="Przemyslaw Starosta" userId="45f988447864b3e6" providerId="LiveId" clId="{461B0639-E732-493F-A5D4-F04E6D1737C7}" dt="2023-03-28T08:18:38.770" v="22" actId="1076"/>
          <ac:picMkLst>
            <pc:docMk/>
            <pc:sldMk cId="2575848590" sldId="261"/>
            <ac:picMk id="5" creationId="{35258E7A-9DCF-406F-8A6D-207C1B55CDC4}"/>
          </ac:picMkLst>
        </pc:picChg>
      </pc:sldChg>
      <pc:sldChg chg="modSp mod">
        <pc:chgData name="Przemyslaw Starosta" userId="45f988447864b3e6" providerId="LiveId" clId="{461B0639-E732-493F-A5D4-F04E6D1737C7}" dt="2023-03-16T09:27:09.234" v="15" actId="14100"/>
        <pc:sldMkLst>
          <pc:docMk/>
          <pc:sldMk cId="2066106199" sldId="271"/>
        </pc:sldMkLst>
        <pc:graphicFrameChg chg="mod">
          <ac:chgData name="Przemyslaw Starosta" userId="45f988447864b3e6" providerId="LiveId" clId="{461B0639-E732-493F-A5D4-F04E6D1737C7}" dt="2023-03-16T09:27:09.234" v="15" actId="14100"/>
          <ac:graphicFrameMkLst>
            <pc:docMk/>
            <pc:sldMk cId="2066106199" sldId="271"/>
            <ac:graphicFrameMk id="4" creationId="{4BCE7A1E-4A6A-2ADD-3D3E-7A85B369BF4A}"/>
          </ac:graphicFrameMkLst>
        </pc:graphicFrameChg>
      </pc:sldChg>
    </pc:docChg>
  </pc:docChgLst>
  <pc:docChgLst>
    <pc:chgData name="Przemyslaw Starosta" userId="45f988447864b3e6" providerId="LiveId" clId="{B0ACDE33-931A-4FDE-B038-775F6B793FD5}"/>
    <pc:docChg chg="modSld">
      <pc:chgData name="Przemyslaw Starosta" userId="45f988447864b3e6" providerId="LiveId" clId="{B0ACDE33-931A-4FDE-B038-775F6B793FD5}" dt="2023-04-07T10:38:58.363" v="2" actId="1036"/>
      <pc:docMkLst>
        <pc:docMk/>
      </pc:docMkLst>
      <pc:sldChg chg="modSp mod">
        <pc:chgData name="Przemyslaw Starosta" userId="45f988447864b3e6" providerId="LiveId" clId="{B0ACDE33-931A-4FDE-B038-775F6B793FD5}" dt="2023-04-07T10:38:58.363" v="2" actId="1036"/>
        <pc:sldMkLst>
          <pc:docMk/>
          <pc:sldMk cId="2575848590" sldId="261"/>
        </pc:sldMkLst>
        <pc:picChg chg="mod">
          <ac:chgData name="Przemyslaw Starosta" userId="45f988447864b3e6" providerId="LiveId" clId="{B0ACDE33-931A-4FDE-B038-775F6B793FD5}" dt="2023-04-07T10:38:58.363" v="2" actId="1036"/>
          <ac:picMkLst>
            <pc:docMk/>
            <pc:sldMk cId="2575848590" sldId="261"/>
            <ac:picMk id="5" creationId="{35258E7A-9DCF-406F-8A6D-207C1B55CDC4}"/>
          </ac:picMkLst>
        </pc:picChg>
      </pc:sldChg>
    </pc:docChg>
  </pc:docChgLst>
  <pc:docChgLst>
    <pc:chgData name="Przemyslaw Starosta" userId="45f988447864b3e6" providerId="LiveId" clId="{C4CCF077-1718-4296-903C-F4074097136A}"/>
    <pc:docChg chg="modSld">
      <pc:chgData name="Przemyslaw Starosta" userId="45f988447864b3e6" providerId="LiveId" clId="{C4CCF077-1718-4296-903C-F4074097136A}" dt="2023-11-06T12:49:54.393" v="6" actId="14100"/>
      <pc:docMkLst>
        <pc:docMk/>
      </pc:docMkLst>
      <pc:sldChg chg="modSp">
        <pc:chgData name="Przemyslaw Starosta" userId="45f988447864b3e6" providerId="LiveId" clId="{C4CCF077-1718-4296-903C-F4074097136A}" dt="2023-11-06T12:05:01.228" v="1" actId="14100"/>
        <pc:sldMkLst>
          <pc:docMk/>
          <pc:sldMk cId="873540532" sldId="257"/>
        </pc:sldMkLst>
        <pc:picChg chg="mod">
          <ac:chgData name="Przemyslaw Starosta" userId="45f988447864b3e6" providerId="LiveId" clId="{C4CCF077-1718-4296-903C-F4074097136A}" dt="2023-11-06T12:05:01.228" v="1" actId="14100"/>
          <ac:picMkLst>
            <pc:docMk/>
            <pc:sldMk cId="873540532" sldId="257"/>
            <ac:picMk id="1026" creationId="{436FC09B-CF32-49F5-AD00-9F43A2B46F40}"/>
          </ac:picMkLst>
        </pc:picChg>
      </pc:sldChg>
      <pc:sldChg chg="modSp mod">
        <pc:chgData name="Przemyslaw Starosta" userId="45f988447864b3e6" providerId="LiveId" clId="{C4CCF077-1718-4296-903C-F4074097136A}" dt="2023-11-06T12:19:37.048" v="3" actId="14100"/>
        <pc:sldMkLst>
          <pc:docMk/>
          <pc:sldMk cId="2575848590" sldId="261"/>
        </pc:sldMkLst>
        <pc:picChg chg="mod">
          <ac:chgData name="Przemyslaw Starosta" userId="45f988447864b3e6" providerId="LiveId" clId="{C4CCF077-1718-4296-903C-F4074097136A}" dt="2023-11-06T12:19:37.048" v="3" actId="14100"/>
          <ac:picMkLst>
            <pc:docMk/>
            <pc:sldMk cId="2575848590" sldId="261"/>
            <ac:picMk id="5" creationId="{35258E7A-9DCF-406F-8A6D-207C1B55CDC4}"/>
          </ac:picMkLst>
        </pc:picChg>
      </pc:sldChg>
      <pc:sldChg chg="modSp mod">
        <pc:chgData name="Przemyslaw Starosta" userId="45f988447864b3e6" providerId="LiveId" clId="{C4CCF077-1718-4296-903C-F4074097136A}" dt="2023-11-06T12:49:54.393" v="6" actId="14100"/>
        <pc:sldMkLst>
          <pc:docMk/>
          <pc:sldMk cId="2066106199" sldId="271"/>
        </pc:sldMkLst>
        <pc:graphicFrameChg chg="mod">
          <ac:chgData name="Przemyslaw Starosta" userId="45f988447864b3e6" providerId="LiveId" clId="{C4CCF077-1718-4296-903C-F4074097136A}" dt="2023-11-06T12:49:54.393" v="6" actId="14100"/>
          <ac:graphicFrameMkLst>
            <pc:docMk/>
            <pc:sldMk cId="2066106199" sldId="271"/>
            <ac:graphicFrameMk id="4" creationId="{4BCE7A1E-4A6A-2ADD-3D3E-7A85B369BF4A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12/18/2023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12/18/2023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12/18/2023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12/18/2023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12/18/2023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42C04C6-72B9-4B2D-832F-6C1420567D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Data </a:t>
            </a:r>
            <a:r>
              <a:rPr lang="pl-PL" dirty="0" err="1"/>
              <a:t>Manipulation</a:t>
            </a:r>
            <a:r>
              <a:rPr lang="pl-PL" dirty="0"/>
              <a:t>	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7C6B3B6-AFB0-45AE-8BA8-96E9298EE4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 err="1"/>
              <a:t>PostgreSQL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629494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SQL – </a:t>
            </a:r>
            <a:br>
              <a:rPr lang="pl-PL" dirty="0"/>
            </a:br>
            <a:r>
              <a:rPr lang="pl-PL" sz="3200" dirty="0" err="1"/>
              <a:t>sublanguages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D8E9BBF-A55D-4C50-9C86-D226AA6FC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/>
          <a:lstStyle/>
          <a:p>
            <a:r>
              <a:rPr lang="pl-PL" dirty="0"/>
              <a:t>DDL – Data Definition Language</a:t>
            </a:r>
          </a:p>
          <a:p>
            <a:r>
              <a:rPr lang="pl-PL" dirty="0"/>
              <a:t>DCL – Data Control Language</a:t>
            </a:r>
          </a:p>
          <a:p>
            <a:r>
              <a:rPr lang="pl-PL" dirty="0"/>
              <a:t>DQL – Data Query Language</a:t>
            </a:r>
          </a:p>
          <a:p>
            <a:r>
              <a:rPr lang="pl-PL" dirty="0"/>
              <a:t>DML – Data </a:t>
            </a:r>
            <a:r>
              <a:rPr lang="pl-PL" dirty="0" err="1"/>
              <a:t>Manipulation</a:t>
            </a:r>
            <a:r>
              <a:rPr lang="pl-PL" dirty="0"/>
              <a:t> Language</a:t>
            </a:r>
          </a:p>
          <a:p>
            <a:r>
              <a:rPr lang="pl-PL" dirty="0"/>
              <a:t>DTL – Data </a:t>
            </a:r>
            <a:r>
              <a:rPr lang="pl-PL" dirty="0" err="1"/>
              <a:t>Transaction</a:t>
            </a:r>
            <a:r>
              <a:rPr lang="pl-PL" dirty="0"/>
              <a:t> Language</a:t>
            </a:r>
          </a:p>
          <a:p>
            <a:r>
              <a:rPr lang="pl-PL" dirty="0"/>
              <a:t>Inne konstrukcje</a:t>
            </a:r>
          </a:p>
        </p:txBody>
      </p:sp>
    </p:spTree>
    <p:extLst>
      <p:ext uri="{BB962C8B-B14F-4D97-AF65-F5344CB8AC3E}">
        <p14:creationId xmlns:p14="http://schemas.microsoft.com/office/powerpoint/2010/main" val="873540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DDL</a:t>
            </a:r>
          </a:p>
        </p:txBody>
      </p:sp>
      <p:graphicFrame>
        <p:nvGraphicFramePr>
          <p:cNvPr id="4" name="Symbol zastępczy zawartości 3">
            <a:extLst>
              <a:ext uri="{FF2B5EF4-FFF2-40B4-BE49-F238E27FC236}">
                <a16:creationId xmlns:a16="http://schemas.microsoft.com/office/drawing/2014/main" id="{51BEDED3-2E3F-B7EF-1318-7E6540034E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4385269"/>
              </p:ext>
            </p:extLst>
          </p:nvPr>
        </p:nvGraphicFramePr>
        <p:xfrm>
          <a:off x="3804730" y="1547368"/>
          <a:ext cx="7315200" cy="375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32871429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4821850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Polecenie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Obiekt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103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CREATE</a:t>
                      </a:r>
                    </a:p>
                    <a:p>
                      <a:pPr algn="ctr"/>
                      <a:endParaRPr lang="pl-PL" dirty="0"/>
                    </a:p>
                    <a:p>
                      <a:pPr algn="ctr"/>
                      <a:r>
                        <a:rPr lang="pl-PL" dirty="0"/>
                        <a:t>ALTER</a:t>
                      </a:r>
                    </a:p>
                    <a:p>
                      <a:pPr algn="ctr"/>
                      <a:endParaRPr lang="pl-PL" dirty="0"/>
                    </a:p>
                    <a:p>
                      <a:pPr algn="ctr"/>
                      <a:r>
                        <a:rPr lang="pl-PL" dirty="0"/>
                        <a:t>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DATABASE</a:t>
                      </a:r>
                    </a:p>
                    <a:p>
                      <a:pPr algn="ctr"/>
                      <a:r>
                        <a:rPr lang="en-US" dirty="0"/>
                        <a:t>SCHEMA</a:t>
                      </a:r>
                    </a:p>
                    <a:p>
                      <a:pPr algn="ctr"/>
                      <a:r>
                        <a:rPr lang="en-US" dirty="0"/>
                        <a:t>TABLE</a:t>
                      </a:r>
                    </a:p>
                    <a:p>
                      <a:pPr algn="ctr"/>
                      <a:r>
                        <a:rPr lang="en-US" dirty="0"/>
                        <a:t>VIEW</a:t>
                      </a:r>
                    </a:p>
                    <a:p>
                      <a:pPr algn="ctr"/>
                      <a:r>
                        <a:rPr lang="en-US" dirty="0"/>
                        <a:t>INDEX</a:t>
                      </a:r>
                    </a:p>
                    <a:p>
                      <a:pPr algn="ctr"/>
                      <a:r>
                        <a:rPr lang="en-US" dirty="0"/>
                        <a:t>TYPE</a:t>
                      </a:r>
                    </a:p>
                    <a:p>
                      <a:pPr algn="ctr"/>
                      <a:r>
                        <a:rPr lang="en-US" dirty="0"/>
                        <a:t>PROCEDURE</a:t>
                      </a:r>
                    </a:p>
                    <a:p>
                      <a:pPr algn="ctr"/>
                      <a:r>
                        <a:rPr lang="en-US" dirty="0"/>
                        <a:t>FUNCTION</a:t>
                      </a:r>
                    </a:p>
                    <a:p>
                      <a:pPr algn="ctr"/>
                      <a:r>
                        <a:rPr lang="en-US" dirty="0"/>
                        <a:t>ROLE</a:t>
                      </a:r>
                    </a:p>
                    <a:p>
                      <a:pPr algn="ctr"/>
                      <a:r>
                        <a:rPr lang="en-US" dirty="0"/>
                        <a:t>TRIGGER</a:t>
                      </a:r>
                    </a:p>
                    <a:p>
                      <a:pPr algn="ctr"/>
                      <a:r>
                        <a:rPr lang="en-US" dirty="0"/>
                        <a:t>RULE</a:t>
                      </a:r>
                    </a:p>
                    <a:p>
                      <a:pPr algn="ctr"/>
                      <a:r>
                        <a:rPr lang="en-US" dirty="0"/>
                        <a:t>SEQUENCE</a:t>
                      </a:r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4199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2297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DDL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28CD8DCC-C3C7-3DD5-48ED-FDF6CF0C2DB5}"/>
              </a:ext>
            </a:extLst>
          </p:cNvPr>
          <p:cNvSpPr txBox="1"/>
          <p:nvPr/>
        </p:nvSpPr>
        <p:spPr>
          <a:xfrm>
            <a:off x="4210812" y="1986248"/>
            <a:ext cx="609904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l-PL" sz="1800" b="0" i="0" u="none" strike="noStrike" baseline="0" dirty="0">
                <a:solidFill>
                  <a:srgbClr val="F15A28"/>
                </a:solidFill>
                <a:latin typeface="RobotoMono-Regular"/>
              </a:rPr>
              <a:t>CREATE DATABASE </a:t>
            </a:r>
            <a:r>
              <a:rPr lang="pl-PL" sz="1800" b="0" i="0" u="none" strike="noStrike" baseline="0" dirty="0">
                <a:solidFill>
                  <a:srgbClr val="0070C0"/>
                </a:solidFill>
                <a:latin typeface="RobotoMono-Regular"/>
              </a:rPr>
              <a:t>DML</a:t>
            </a:r>
            <a:r>
              <a:rPr lang="pl-PL" sz="1800" b="0" i="0" u="none" strike="noStrike" baseline="0" dirty="0">
                <a:solidFill>
                  <a:srgbClr val="F15A28"/>
                </a:solidFill>
                <a:latin typeface="RobotoMono-Regular"/>
              </a:rPr>
              <a:t>;</a:t>
            </a:r>
          </a:p>
          <a:p>
            <a:pPr algn="l"/>
            <a:endParaRPr lang="pl-PL" sz="1800" b="0" i="0" u="none" strike="noStrike" baseline="0" dirty="0">
              <a:solidFill>
                <a:srgbClr val="F15A28"/>
              </a:solidFill>
              <a:latin typeface="RobotoMono-Regular"/>
            </a:endParaRPr>
          </a:p>
          <a:p>
            <a:pPr algn="l"/>
            <a:r>
              <a:rPr lang="en-US" sz="1800" b="0" i="0" u="none" strike="noStrike" baseline="0" dirty="0">
                <a:solidFill>
                  <a:srgbClr val="F15A28"/>
                </a:solidFill>
                <a:latin typeface="RobotoMono-Regular"/>
              </a:rPr>
              <a:t>CREATE TABLE</a:t>
            </a:r>
            <a:r>
              <a:rPr lang="pl-PL" sz="1800" b="0" i="0" u="none" strike="noStrike" baseline="0" dirty="0">
                <a:solidFill>
                  <a:srgbClr val="F15A28"/>
                </a:solidFill>
                <a:latin typeface="RobotoMono-Regular"/>
              </a:rPr>
              <a:t> </a:t>
            </a:r>
          </a:p>
          <a:p>
            <a:pPr algn="l"/>
            <a:r>
              <a:rPr lang="pl-PL" dirty="0">
                <a:solidFill>
                  <a:srgbClr val="F15A28"/>
                </a:solidFill>
                <a:latin typeface="RobotoMono-Regular"/>
              </a:rPr>
              <a:t>	</a:t>
            </a:r>
            <a:r>
              <a:rPr lang="pl-PL" sz="1800" b="0" i="0" u="none" strike="noStrike" baseline="0" dirty="0">
                <a:solidFill>
                  <a:srgbClr val="0070C0"/>
                </a:solidFill>
                <a:latin typeface="RobotoMono-Regular"/>
              </a:rPr>
              <a:t>(</a:t>
            </a:r>
            <a:r>
              <a:rPr lang="en-US" sz="1800" b="0" i="0" u="none" strike="noStrike" baseline="0" dirty="0" err="1">
                <a:solidFill>
                  <a:srgbClr val="0070C0"/>
                </a:solidFill>
                <a:latin typeface="RobotoMono-Regular"/>
              </a:rPr>
              <a:t>OrderID</a:t>
            </a:r>
            <a:r>
              <a:rPr lang="en-US" sz="1800" b="0" i="0" u="none" strike="noStrike" baseline="0" dirty="0">
                <a:solidFill>
                  <a:srgbClr val="FFFFFF"/>
                </a:solidFill>
                <a:latin typeface="RobotoMono-Regular"/>
              </a:rPr>
              <a:t> </a:t>
            </a:r>
            <a:r>
              <a:rPr lang="en-US" sz="1800" b="0" i="0" u="none" strike="noStrike" baseline="0" dirty="0">
                <a:solidFill>
                  <a:srgbClr val="9CC950"/>
                </a:solidFill>
                <a:latin typeface="RobotoMono-Regular"/>
              </a:rPr>
              <a:t>INT </a:t>
            </a:r>
            <a:r>
              <a:rPr lang="en-US" sz="1800" b="0" i="0" u="none" strike="noStrike" baseline="0" dirty="0">
                <a:solidFill>
                  <a:srgbClr val="F15A28"/>
                </a:solidFill>
                <a:latin typeface="RobotoMono-Regular"/>
              </a:rPr>
              <a:t>PRIMARY KEY</a:t>
            </a:r>
            <a:r>
              <a:rPr lang="en-US" sz="1800" b="0" i="0" u="none" strike="noStrike" baseline="0" dirty="0">
                <a:solidFill>
                  <a:srgbClr val="FFFFFF"/>
                </a:solidFill>
                <a:latin typeface="RobotoMono-Regular"/>
              </a:rPr>
              <a:t>,</a:t>
            </a:r>
          </a:p>
          <a:p>
            <a:pPr algn="l"/>
            <a:r>
              <a:rPr lang="pl-PL" sz="1800" b="0" i="0" u="none" strike="noStrike" baseline="0" dirty="0">
                <a:solidFill>
                  <a:srgbClr val="0070C0"/>
                </a:solidFill>
                <a:latin typeface="RobotoMono-Regular"/>
              </a:rPr>
              <a:t>	</a:t>
            </a:r>
            <a:r>
              <a:rPr lang="pl-PL" sz="1800" b="0" i="0" u="none" strike="noStrike" baseline="0" dirty="0" err="1">
                <a:solidFill>
                  <a:srgbClr val="0070C0"/>
                </a:solidFill>
                <a:latin typeface="RobotoMono-Regular"/>
              </a:rPr>
              <a:t>OrderDate</a:t>
            </a:r>
            <a:r>
              <a:rPr lang="pl-PL" sz="1800" b="0" i="0" u="none" strike="noStrike" baseline="0" dirty="0">
                <a:solidFill>
                  <a:srgbClr val="FFFFFF"/>
                </a:solidFill>
                <a:latin typeface="RobotoMono-Regular"/>
              </a:rPr>
              <a:t> </a:t>
            </a:r>
            <a:r>
              <a:rPr lang="pl-PL" sz="1800" b="0" i="0" u="none" strike="noStrike" baseline="0" dirty="0">
                <a:solidFill>
                  <a:srgbClr val="9CC950"/>
                </a:solidFill>
                <a:latin typeface="RobotoMono-Regular"/>
              </a:rPr>
              <a:t>DATE </a:t>
            </a:r>
            <a:r>
              <a:rPr lang="pl-PL" sz="1800" b="0" i="0" u="none" strike="noStrike" baseline="0" dirty="0">
                <a:solidFill>
                  <a:srgbClr val="F15A28"/>
                </a:solidFill>
                <a:latin typeface="RobotoMono-Regular"/>
              </a:rPr>
              <a:t>NOT NULL</a:t>
            </a:r>
            <a:r>
              <a:rPr lang="pl-PL" sz="1800" b="0" i="0" u="none" strike="noStrike" baseline="0" dirty="0">
                <a:solidFill>
                  <a:srgbClr val="0070C0"/>
                </a:solidFill>
                <a:latin typeface="RobotoMono-Regular"/>
              </a:rPr>
              <a:t>)</a:t>
            </a:r>
            <a:r>
              <a:rPr lang="pl-PL" sz="1800" b="0" i="0" u="none" strike="noStrike" baseline="0" dirty="0">
                <a:solidFill>
                  <a:srgbClr val="F15A28"/>
                </a:solidFill>
                <a:latin typeface="RobotoMono-Regular"/>
              </a:rPr>
              <a:t>;</a:t>
            </a:r>
          </a:p>
          <a:p>
            <a:pPr algn="l"/>
            <a:endParaRPr lang="pl-PL" sz="1800" b="0" i="0" u="none" strike="noStrike" baseline="0" dirty="0">
              <a:solidFill>
                <a:srgbClr val="F15A28"/>
              </a:solidFill>
              <a:latin typeface="RobotoMono-Regular"/>
            </a:endParaRPr>
          </a:p>
          <a:p>
            <a:r>
              <a:rPr lang="en-US" sz="1800" b="0" i="0" u="none" strike="noStrike" baseline="0" dirty="0">
                <a:solidFill>
                  <a:srgbClr val="F15A28"/>
                </a:solidFill>
                <a:latin typeface="RobotoMono-Regular"/>
              </a:rPr>
              <a:t>ALTER TABLE </a:t>
            </a:r>
            <a:r>
              <a:rPr lang="en-US" sz="1800" b="0" i="0" u="none" strike="noStrike" baseline="0" dirty="0">
                <a:solidFill>
                  <a:srgbClr val="0070C0"/>
                </a:solidFill>
                <a:latin typeface="RobotoMono-Regular"/>
              </a:rPr>
              <a:t>Orders</a:t>
            </a:r>
            <a:r>
              <a:rPr lang="en-US" sz="1800" b="0" i="0" u="none" strike="noStrike" baseline="0" dirty="0">
                <a:solidFill>
                  <a:srgbClr val="FFFFFF"/>
                </a:solidFill>
                <a:latin typeface="RobotoMono-Regular"/>
              </a:rPr>
              <a:t> </a:t>
            </a:r>
            <a:r>
              <a:rPr lang="en-US" sz="1800" b="0" i="0" u="none" strike="noStrike" baseline="0" dirty="0">
                <a:solidFill>
                  <a:srgbClr val="F15A28"/>
                </a:solidFill>
                <a:latin typeface="RobotoMono-Regular"/>
              </a:rPr>
              <a:t>ADD </a:t>
            </a:r>
            <a:r>
              <a:rPr lang="en-US" sz="1800" b="0" i="0" u="none" strike="noStrike" baseline="0" dirty="0">
                <a:solidFill>
                  <a:srgbClr val="0070C0"/>
                </a:solidFill>
                <a:latin typeface="RobotoMono-Regular"/>
              </a:rPr>
              <a:t>Customer</a:t>
            </a:r>
            <a:r>
              <a:rPr lang="en-US" sz="1800" b="0" i="0" u="none" strike="noStrike" baseline="0" dirty="0">
                <a:solidFill>
                  <a:srgbClr val="FFFFFF"/>
                </a:solidFill>
                <a:latin typeface="RobotoMono-Regular"/>
              </a:rPr>
              <a:t> </a:t>
            </a:r>
            <a:r>
              <a:rPr lang="en-US" sz="1800" b="0" i="0" u="none" strike="noStrike" baseline="0" dirty="0">
                <a:solidFill>
                  <a:srgbClr val="9CC950"/>
                </a:solidFill>
                <a:latin typeface="RobotoMono-Regular"/>
              </a:rPr>
              <a:t>VARCHAR</a:t>
            </a:r>
            <a:r>
              <a:rPr lang="en-US" sz="1800" b="0" i="0" u="none" strike="noStrike" baseline="0" dirty="0">
                <a:solidFill>
                  <a:srgbClr val="0070C0"/>
                </a:solidFill>
                <a:latin typeface="RobotoMono-Regular"/>
              </a:rPr>
              <a:t>(10)</a:t>
            </a:r>
            <a:r>
              <a:rPr lang="pl-PL" sz="1800" b="0" i="0" u="none" strike="noStrike" baseline="0" dirty="0">
                <a:solidFill>
                  <a:srgbClr val="F15A28"/>
                </a:solidFill>
                <a:latin typeface="RobotoMono-Regular"/>
              </a:rPr>
              <a:t> ;</a:t>
            </a:r>
          </a:p>
          <a:p>
            <a:pPr algn="l"/>
            <a:endParaRPr lang="pl-PL" sz="1800" b="0" i="0" u="none" strike="noStrike" baseline="0" dirty="0">
              <a:solidFill>
                <a:srgbClr val="0070C0"/>
              </a:solidFill>
              <a:latin typeface="RobotoMono-Regular"/>
            </a:endParaRPr>
          </a:p>
          <a:p>
            <a:pPr algn="l"/>
            <a:endParaRPr lang="en-US" sz="1800" b="0" i="0" u="none" strike="noStrike" baseline="0" dirty="0">
              <a:solidFill>
                <a:srgbClr val="0070C0"/>
              </a:solidFill>
              <a:latin typeface="RobotoMono-Regular"/>
            </a:endParaRPr>
          </a:p>
          <a:p>
            <a:pPr algn="l"/>
            <a:r>
              <a:rPr lang="pl-PL" sz="1800" b="0" i="0" u="none" strike="noStrike" baseline="0" dirty="0">
                <a:solidFill>
                  <a:srgbClr val="F15A28"/>
                </a:solidFill>
                <a:latin typeface="RobotoMono-Regular"/>
              </a:rPr>
              <a:t>DROP DATABASE </a:t>
            </a:r>
            <a:r>
              <a:rPr lang="pl-PL" sz="1800" b="0" i="0" u="none" strike="noStrike" baseline="0" dirty="0">
                <a:solidFill>
                  <a:srgbClr val="0070C0"/>
                </a:solidFill>
                <a:latin typeface="RobotoMono-Regular"/>
              </a:rPr>
              <a:t>DML</a:t>
            </a:r>
            <a:r>
              <a:rPr lang="pl-PL" sz="1800" b="0" i="0" u="none" strike="noStrike" baseline="0" dirty="0">
                <a:solidFill>
                  <a:srgbClr val="F15A28"/>
                </a:solidFill>
                <a:latin typeface="RobotoMono-Regular"/>
              </a:rPr>
              <a:t>;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296523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DCL</a:t>
            </a:r>
          </a:p>
        </p:txBody>
      </p:sp>
      <p:graphicFrame>
        <p:nvGraphicFramePr>
          <p:cNvPr id="4" name="Symbol zastępczy zawartości 3">
            <a:extLst>
              <a:ext uri="{FF2B5EF4-FFF2-40B4-BE49-F238E27FC236}">
                <a16:creationId xmlns:a16="http://schemas.microsoft.com/office/drawing/2014/main" id="{51BEDED3-2E3F-B7EF-1318-7E6540034E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106751"/>
              </p:ext>
            </p:extLst>
          </p:nvPr>
        </p:nvGraphicFramePr>
        <p:xfrm>
          <a:off x="3749866" y="2233168"/>
          <a:ext cx="7315200" cy="2656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32871429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48218507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4187484178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6874111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Polecenie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Uprawnienie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Obiekt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Rola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103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  <a:p>
                      <a:pPr algn="ctr"/>
                      <a:endParaRPr lang="pl-PL" dirty="0"/>
                    </a:p>
                    <a:p>
                      <a:pPr algn="ctr"/>
                      <a:r>
                        <a:rPr lang="pl-PL" dirty="0"/>
                        <a:t>GRANT</a:t>
                      </a:r>
                    </a:p>
                    <a:p>
                      <a:pPr algn="ctr"/>
                      <a:endParaRPr lang="pl-PL" dirty="0"/>
                    </a:p>
                    <a:p>
                      <a:pPr algn="ctr"/>
                      <a:r>
                        <a:rPr lang="pl-PL" dirty="0"/>
                        <a:t>REVOKE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l-PL" dirty="0"/>
                    </a:p>
                    <a:p>
                      <a:pPr algn="ctr"/>
                      <a:r>
                        <a:rPr lang="en-US" dirty="0"/>
                        <a:t>SELECT</a:t>
                      </a:r>
                    </a:p>
                    <a:p>
                      <a:pPr algn="ctr"/>
                      <a:r>
                        <a:rPr lang="en-US" dirty="0"/>
                        <a:t>INSERT</a:t>
                      </a:r>
                    </a:p>
                    <a:p>
                      <a:pPr algn="ctr"/>
                      <a:r>
                        <a:rPr lang="en-US" dirty="0"/>
                        <a:t>UPDATE</a:t>
                      </a:r>
                    </a:p>
                    <a:p>
                      <a:pPr algn="ctr"/>
                      <a:r>
                        <a:rPr lang="en-US" dirty="0"/>
                        <a:t>DELETE</a:t>
                      </a:r>
                    </a:p>
                    <a:p>
                      <a:pPr algn="ctr"/>
                      <a:r>
                        <a:rPr lang="en-US" dirty="0"/>
                        <a:t>CREATE</a:t>
                      </a:r>
                    </a:p>
                    <a:p>
                      <a:pPr algn="ctr"/>
                      <a:r>
                        <a:rPr lang="en-US" dirty="0"/>
                        <a:t>ALL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/>
                        <a:t>ON</a:t>
                      </a:r>
                    </a:p>
                    <a:p>
                      <a:pPr algn="ctr"/>
                      <a:endParaRPr lang="pl-PL" b="1" dirty="0"/>
                    </a:p>
                    <a:p>
                      <a:pPr algn="ctr"/>
                      <a:endParaRPr lang="pl-PL" b="1" dirty="0"/>
                    </a:p>
                    <a:p>
                      <a:pPr algn="ctr"/>
                      <a:r>
                        <a:rPr lang="pl-PL" b="0" dirty="0" err="1"/>
                        <a:t>Orders</a:t>
                      </a:r>
                      <a:endParaRPr lang="pl-PL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/>
                        <a:t>TO</a:t>
                      </a:r>
                    </a:p>
                    <a:p>
                      <a:pPr algn="ctr"/>
                      <a:r>
                        <a:rPr lang="pl-PL" b="1" dirty="0"/>
                        <a:t>FROM</a:t>
                      </a:r>
                    </a:p>
                    <a:p>
                      <a:pPr algn="ctr"/>
                      <a:endParaRPr lang="pl-PL" b="1" dirty="0"/>
                    </a:p>
                    <a:p>
                      <a:pPr algn="ctr"/>
                      <a:r>
                        <a:rPr lang="pl-PL" b="1" dirty="0"/>
                        <a:t>Accounting</a:t>
                      </a:r>
                    </a:p>
                    <a:p>
                      <a:pPr algn="ctr"/>
                      <a:endParaRPr lang="pl-PL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pl-PL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PUBLIC</a:t>
                      </a:r>
                    </a:p>
                    <a:p>
                      <a:pPr algn="ctr"/>
                      <a:r>
                        <a:rPr lang="pl-PL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CURRENT_USER</a:t>
                      </a:r>
                    </a:p>
                    <a:p>
                      <a:pPr algn="ctr"/>
                      <a:r>
                        <a:rPr lang="pl-PL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SESSION_USER</a:t>
                      </a:r>
                      <a:endParaRPr lang="pl-PL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4199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5844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DCL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28CD8DCC-C3C7-3DD5-48ED-FDF6CF0C2DB5}"/>
              </a:ext>
            </a:extLst>
          </p:cNvPr>
          <p:cNvSpPr txBox="1"/>
          <p:nvPr/>
        </p:nvSpPr>
        <p:spPr>
          <a:xfrm>
            <a:off x="4128516" y="2685764"/>
            <a:ext cx="609904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F15A28"/>
                </a:solidFill>
                <a:latin typeface="RobotoMono-Regular"/>
              </a:rPr>
              <a:t>GRANT SELECT ON </a:t>
            </a:r>
            <a:r>
              <a:rPr lang="en-US" sz="1800" b="0" i="0" u="none" strike="noStrike" baseline="0" dirty="0">
                <a:solidFill>
                  <a:srgbClr val="0070C0"/>
                </a:solidFill>
                <a:latin typeface="RobotoMono-Regular"/>
              </a:rPr>
              <a:t>Orders</a:t>
            </a:r>
            <a:r>
              <a:rPr lang="en-US" sz="1800" b="0" i="0" u="none" strike="noStrike" baseline="0" dirty="0">
                <a:solidFill>
                  <a:srgbClr val="FFFFFF"/>
                </a:solidFill>
                <a:latin typeface="RobotoMono-Regular"/>
              </a:rPr>
              <a:t> </a:t>
            </a:r>
            <a:r>
              <a:rPr lang="en-US" sz="1800" b="0" i="0" u="none" strike="noStrike" baseline="0" dirty="0">
                <a:solidFill>
                  <a:srgbClr val="F15A28"/>
                </a:solidFill>
                <a:latin typeface="RobotoMono-Regular"/>
              </a:rPr>
              <a:t>TO </a:t>
            </a:r>
            <a:r>
              <a:rPr lang="en-US" sz="1800" b="0" i="0" u="none" strike="noStrike" baseline="0" dirty="0">
                <a:solidFill>
                  <a:srgbClr val="0070C0"/>
                </a:solidFill>
                <a:latin typeface="RobotoMono-Regular"/>
              </a:rPr>
              <a:t>PUBLIC</a:t>
            </a:r>
            <a:r>
              <a:rPr lang="en-US" sz="1800" b="0" i="0" u="none" strike="noStrike" baseline="0" dirty="0">
                <a:solidFill>
                  <a:srgbClr val="F15A28"/>
                </a:solidFill>
                <a:latin typeface="RobotoMono-Regular"/>
              </a:rPr>
              <a:t>;</a:t>
            </a:r>
            <a:endParaRPr lang="pl-PL" sz="1800" b="0" i="0" u="none" strike="noStrike" baseline="0" dirty="0">
              <a:solidFill>
                <a:srgbClr val="F15A28"/>
              </a:solidFill>
              <a:latin typeface="RobotoMono-Regular"/>
            </a:endParaRPr>
          </a:p>
          <a:p>
            <a:pPr algn="l"/>
            <a:endParaRPr lang="en-US" sz="1800" b="0" i="0" u="none" strike="noStrike" baseline="0" dirty="0">
              <a:solidFill>
                <a:srgbClr val="F15A28"/>
              </a:solidFill>
              <a:latin typeface="RobotoMono-Regular"/>
            </a:endParaRPr>
          </a:p>
          <a:p>
            <a:pPr algn="l"/>
            <a:r>
              <a:rPr lang="en-US" sz="1800" b="0" i="0" u="none" strike="noStrike" baseline="0" dirty="0">
                <a:solidFill>
                  <a:srgbClr val="F15A28"/>
                </a:solidFill>
                <a:latin typeface="RobotoMono-Regular"/>
              </a:rPr>
              <a:t>GRANT ALL ON </a:t>
            </a:r>
            <a:r>
              <a:rPr lang="en-US" sz="1800" b="0" i="0" u="none" strike="noStrike" baseline="0" dirty="0">
                <a:solidFill>
                  <a:srgbClr val="0070C0"/>
                </a:solidFill>
                <a:latin typeface="RobotoMono-Regular"/>
              </a:rPr>
              <a:t>Orders</a:t>
            </a:r>
            <a:r>
              <a:rPr lang="en-US" sz="1800" b="0" i="0" u="none" strike="noStrike" baseline="0" dirty="0">
                <a:solidFill>
                  <a:srgbClr val="FFFFFF"/>
                </a:solidFill>
                <a:latin typeface="RobotoMono-Regular"/>
              </a:rPr>
              <a:t> </a:t>
            </a:r>
            <a:r>
              <a:rPr lang="en-US" sz="1800" b="0" i="0" u="none" strike="noStrike" baseline="0" dirty="0">
                <a:solidFill>
                  <a:srgbClr val="F15A28"/>
                </a:solidFill>
                <a:latin typeface="RobotoMono-Regular"/>
              </a:rPr>
              <a:t>TO </a:t>
            </a:r>
            <a:r>
              <a:rPr lang="en-US" sz="1800" b="0" i="0" u="none" strike="noStrike" baseline="0" dirty="0">
                <a:solidFill>
                  <a:srgbClr val="0070C0"/>
                </a:solidFill>
                <a:latin typeface="RobotoMono-Regular"/>
              </a:rPr>
              <a:t>Administrators</a:t>
            </a:r>
            <a:r>
              <a:rPr lang="en-US" sz="1800" b="0" i="0" u="none" strike="noStrike" baseline="0" dirty="0">
                <a:solidFill>
                  <a:srgbClr val="F15A28"/>
                </a:solidFill>
                <a:latin typeface="RobotoMono-Regular"/>
              </a:rPr>
              <a:t>;</a:t>
            </a:r>
            <a:endParaRPr lang="pl-PL" sz="1800" b="0" i="0" u="none" strike="noStrike" baseline="0" dirty="0">
              <a:solidFill>
                <a:srgbClr val="F15A28"/>
              </a:solidFill>
              <a:latin typeface="RobotoMono-Regular"/>
            </a:endParaRPr>
          </a:p>
          <a:p>
            <a:pPr algn="l"/>
            <a:endParaRPr lang="en-US" sz="1800" b="0" i="0" u="none" strike="noStrike" baseline="0" dirty="0">
              <a:solidFill>
                <a:srgbClr val="F15A28"/>
              </a:solidFill>
              <a:latin typeface="RobotoMono-Regular"/>
            </a:endParaRPr>
          </a:p>
          <a:p>
            <a:pPr algn="l"/>
            <a:r>
              <a:rPr lang="en-US" sz="1800" b="0" i="0" u="none" strike="noStrike" baseline="0" dirty="0">
                <a:solidFill>
                  <a:srgbClr val="F15A28"/>
                </a:solidFill>
                <a:latin typeface="RobotoMono-Regular"/>
              </a:rPr>
              <a:t>REVOKE ALL ON </a:t>
            </a:r>
            <a:r>
              <a:rPr lang="en-US" sz="1800" b="0" i="0" u="none" strike="noStrike" baseline="0" dirty="0">
                <a:solidFill>
                  <a:srgbClr val="0070C0"/>
                </a:solidFill>
                <a:latin typeface="RobotoMono-Regular"/>
              </a:rPr>
              <a:t>Orders</a:t>
            </a:r>
            <a:r>
              <a:rPr lang="en-US" sz="1800" b="0" i="0" u="none" strike="noStrike" baseline="0" dirty="0">
                <a:solidFill>
                  <a:srgbClr val="FFFFFF"/>
                </a:solidFill>
                <a:latin typeface="RobotoMono-Regular"/>
              </a:rPr>
              <a:t> </a:t>
            </a:r>
            <a:r>
              <a:rPr lang="en-US" sz="1800" b="0" i="0" u="none" strike="noStrike" baseline="0" dirty="0">
                <a:solidFill>
                  <a:srgbClr val="F15A28"/>
                </a:solidFill>
                <a:latin typeface="RobotoMono-Regular"/>
              </a:rPr>
              <a:t>FROM </a:t>
            </a:r>
            <a:r>
              <a:rPr lang="en-US" sz="1800" b="0" i="0" u="none" strike="noStrike" baseline="0" dirty="0">
                <a:solidFill>
                  <a:srgbClr val="0070C0"/>
                </a:solidFill>
                <a:latin typeface="RobotoMono-Regular"/>
              </a:rPr>
              <a:t>PUBLIC</a:t>
            </a:r>
            <a:r>
              <a:rPr lang="en-US" sz="1800" b="0" i="0" u="none" strike="noStrike" baseline="0" dirty="0">
                <a:solidFill>
                  <a:srgbClr val="F15A28"/>
                </a:solidFill>
                <a:latin typeface="RobotoMono-Regular"/>
              </a:rPr>
              <a:t>;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384164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DML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D8E9BBF-A55D-4C50-9C86-D226AA6FC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/>
          <a:lstStyle/>
          <a:p>
            <a:pPr marL="0" indent="0" algn="l">
              <a:buNone/>
            </a:pPr>
            <a:r>
              <a:rPr lang="en-US" sz="1800" dirty="0">
                <a:solidFill>
                  <a:srgbClr val="F15A28"/>
                </a:solidFill>
                <a:latin typeface="RobotoMono-Regular"/>
              </a:rPr>
              <a:t>INSERT INTO </a:t>
            </a:r>
            <a:r>
              <a:rPr lang="en-US" sz="1800" b="0" i="0" u="none" strike="noStrike" baseline="0" dirty="0">
                <a:solidFill>
                  <a:srgbClr val="404040"/>
                </a:solidFill>
                <a:latin typeface="RobotoMono-Regular"/>
              </a:rPr>
              <a:t>&lt;Table | View | CTE&gt; [&lt;Columns&gt;]</a:t>
            </a:r>
            <a:r>
              <a:rPr lang="pl-PL" sz="1800" b="0" i="0" u="none" strike="noStrike" baseline="0" dirty="0">
                <a:solidFill>
                  <a:srgbClr val="404040"/>
                </a:solidFill>
                <a:latin typeface="RobotoMono-Regular"/>
              </a:rPr>
              <a:t> &lt;</a:t>
            </a:r>
            <a:r>
              <a:rPr lang="pl-PL" sz="1800" b="0" i="0" u="none" strike="noStrike" baseline="0" dirty="0" err="1">
                <a:solidFill>
                  <a:srgbClr val="404040"/>
                </a:solidFill>
                <a:latin typeface="RobotoMono-Regular"/>
              </a:rPr>
              <a:t>Table</a:t>
            </a:r>
            <a:r>
              <a:rPr lang="pl-PL" sz="1800" b="0" i="0" u="none" strike="noStrike" baseline="0" dirty="0">
                <a:solidFill>
                  <a:srgbClr val="404040"/>
                </a:solidFill>
                <a:latin typeface="RobotoMono-Regular"/>
              </a:rPr>
              <a:t> Source&gt;</a:t>
            </a:r>
          </a:p>
          <a:p>
            <a:pPr marL="0" indent="0" algn="l">
              <a:buNone/>
            </a:pPr>
            <a:endParaRPr lang="pl-PL" sz="1800" dirty="0">
              <a:solidFill>
                <a:srgbClr val="404040"/>
              </a:solidFill>
              <a:latin typeface="RobotoMono-Regular"/>
            </a:endParaRPr>
          </a:p>
          <a:p>
            <a:pPr marL="0" indent="0" algn="l">
              <a:buNone/>
            </a:pPr>
            <a:r>
              <a:rPr lang="pl-PL" sz="1800" dirty="0">
                <a:solidFill>
                  <a:srgbClr val="F15A28"/>
                </a:solidFill>
                <a:latin typeface="RobotoMono-Regular"/>
              </a:rPr>
              <a:t>UPDATE </a:t>
            </a:r>
            <a:r>
              <a:rPr lang="pl-PL" sz="1800" b="0" i="0" u="none" strike="noStrike" baseline="0" dirty="0">
                <a:solidFill>
                  <a:srgbClr val="404040"/>
                </a:solidFill>
                <a:latin typeface="RobotoMono-Regular"/>
              </a:rPr>
              <a:t>&lt;</a:t>
            </a:r>
            <a:r>
              <a:rPr lang="pl-PL" sz="1800" b="0" i="0" u="none" strike="noStrike" baseline="0" dirty="0" err="1">
                <a:solidFill>
                  <a:srgbClr val="404040"/>
                </a:solidFill>
                <a:latin typeface="RobotoMono-Regular"/>
              </a:rPr>
              <a:t>Table</a:t>
            </a:r>
            <a:r>
              <a:rPr lang="pl-PL" sz="1800" b="0" i="0" u="none" strike="noStrike" baseline="0" dirty="0">
                <a:solidFill>
                  <a:srgbClr val="404040"/>
                </a:solidFill>
                <a:latin typeface="RobotoMono-Regular"/>
              </a:rPr>
              <a:t> | </a:t>
            </a:r>
            <a:r>
              <a:rPr lang="pl-PL" sz="1800" b="0" i="0" u="none" strike="noStrike" baseline="0" dirty="0" err="1">
                <a:solidFill>
                  <a:srgbClr val="404040"/>
                </a:solidFill>
                <a:latin typeface="RobotoMono-Regular"/>
              </a:rPr>
              <a:t>View</a:t>
            </a:r>
            <a:r>
              <a:rPr lang="pl-PL" sz="1800" b="0" i="0" u="none" strike="noStrike" baseline="0" dirty="0">
                <a:solidFill>
                  <a:srgbClr val="404040"/>
                </a:solidFill>
                <a:latin typeface="RobotoMono-Regular"/>
              </a:rPr>
              <a:t> | CTE&gt;</a:t>
            </a:r>
          </a:p>
          <a:p>
            <a:pPr marL="0" indent="0" algn="l">
              <a:buNone/>
            </a:pPr>
            <a:r>
              <a:rPr lang="pl-PL" sz="1800" dirty="0">
                <a:solidFill>
                  <a:srgbClr val="F15A28"/>
                </a:solidFill>
                <a:latin typeface="RobotoMono-Regular"/>
              </a:rPr>
              <a:t>SET</a:t>
            </a:r>
            <a:r>
              <a:rPr lang="pl-PL" sz="1800" b="0" i="0" u="none" strike="noStrike" baseline="0" dirty="0">
                <a:solidFill>
                  <a:srgbClr val="404040"/>
                </a:solidFill>
                <a:latin typeface="RobotoMono-Regular"/>
              </a:rPr>
              <a:t> &lt;</a:t>
            </a:r>
            <a:r>
              <a:rPr lang="pl-PL" sz="1800" b="0" i="0" u="none" strike="noStrike" baseline="0" dirty="0" err="1">
                <a:solidFill>
                  <a:srgbClr val="404040"/>
                </a:solidFill>
                <a:latin typeface="RobotoMono-Regular"/>
              </a:rPr>
              <a:t>Column</a:t>
            </a:r>
            <a:r>
              <a:rPr lang="pl-PL" sz="1800" b="0" i="0" u="none" strike="noStrike" baseline="0" dirty="0">
                <a:solidFill>
                  <a:srgbClr val="404040"/>
                </a:solidFill>
                <a:latin typeface="RobotoMono-Regular"/>
              </a:rPr>
              <a:t>&gt; = &lt;</a:t>
            </a:r>
            <a:r>
              <a:rPr lang="pl-PL" sz="1800" b="0" i="0" u="none" strike="noStrike" baseline="0" dirty="0" err="1">
                <a:solidFill>
                  <a:srgbClr val="404040"/>
                </a:solidFill>
                <a:latin typeface="RobotoMono-Regular"/>
              </a:rPr>
              <a:t>Expression</a:t>
            </a:r>
            <a:r>
              <a:rPr lang="pl-PL" sz="1800" b="0" i="0" u="none" strike="noStrike" baseline="0" dirty="0">
                <a:solidFill>
                  <a:srgbClr val="404040"/>
                </a:solidFill>
                <a:latin typeface="RobotoMono-Regular"/>
              </a:rPr>
              <a:t>&gt;</a:t>
            </a:r>
          </a:p>
          <a:p>
            <a:pPr marL="0" indent="0" algn="l">
              <a:buNone/>
            </a:pPr>
            <a:r>
              <a:rPr lang="pl-PL" sz="1800" dirty="0">
                <a:solidFill>
                  <a:srgbClr val="F15A28"/>
                </a:solidFill>
                <a:latin typeface="RobotoMono-Regular"/>
              </a:rPr>
              <a:t>WHERE</a:t>
            </a:r>
            <a:r>
              <a:rPr lang="pl-PL" sz="1800" b="0" i="0" u="none" strike="noStrike" baseline="0" dirty="0">
                <a:solidFill>
                  <a:srgbClr val="404040"/>
                </a:solidFill>
                <a:latin typeface="RobotoMono-Regular"/>
              </a:rPr>
              <a:t> &lt;</a:t>
            </a:r>
            <a:r>
              <a:rPr lang="pl-PL" sz="1800" b="0" i="0" u="none" strike="noStrike" baseline="0" dirty="0" err="1">
                <a:solidFill>
                  <a:srgbClr val="404040"/>
                </a:solidFill>
                <a:latin typeface="RobotoMono-Regular"/>
              </a:rPr>
              <a:t>Predicate</a:t>
            </a:r>
            <a:r>
              <a:rPr lang="pl-PL" sz="1800" b="0" i="0" u="none" strike="noStrike" baseline="0" dirty="0">
                <a:solidFill>
                  <a:srgbClr val="404040"/>
                </a:solidFill>
                <a:latin typeface="RobotoMono-Regular"/>
              </a:rPr>
              <a:t>&gt;</a:t>
            </a:r>
          </a:p>
          <a:p>
            <a:pPr marL="0" indent="0" algn="l">
              <a:buNone/>
            </a:pPr>
            <a:endParaRPr lang="pl-PL" sz="1800" dirty="0">
              <a:solidFill>
                <a:srgbClr val="404040"/>
              </a:solidFill>
              <a:latin typeface="RobotoMono-Regular"/>
            </a:endParaRPr>
          </a:p>
          <a:p>
            <a:pPr marL="0" indent="0" algn="l">
              <a:buNone/>
            </a:pPr>
            <a:r>
              <a:rPr lang="en-US" sz="1800" dirty="0">
                <a:solidFill>
                  <a:srgbClr val="F15A28"/>
                </a:solidFill>
                <a:latin typeface="RobotoMono-Regular"/>
              </a:rPr>
              <a:t>DELETE</a:t>
            </a:r>
            <a:r>
              <a:rPr lang="en-US" sz="1800" b="0" i="0" u="none" strike="noStrike" baseline="0" dirty="0">
                <a:solidFill>
                  <a:srgbClr val="404040"/>
                </a:solidFill>
                <a:latin typeface="RobotoMono-Regular"/>
              </a:rPr>
              <a:t> </a:t>
            </a:r>
            <a:r>
              <a:rPr lang="en-US" sz="1800" dirty="0">
                <a:solidFill>
                  <a:srgbClr val="F15A28"/>
                </a:solidFill>
                <a:latin typeface="RobotoMono-Regular"/>
              </a:rPr>
              <a:t>FROM</a:t>
            </a:r>
            <a:r>
              <a:rPr lang="en-US" sz="1800" b="0" i="0" u="none" strike="noStrike" baseline="0" dirty="0">
                <a:solidFill>
                  <a:srgbClr val="404040"/>
                </a:solidFill>
                <a:latin typeface="RobotoMono-Regular"/>
              </a:rPr>
              <a:t> &lt;Table | View | CTE&gt;</a:t>
            </a:r>
            <a:r>
              <a:rPr lang="pl-PL" sz="1800" b="0" i="0" u="none" strike="noStrike" baseline="0" dirty="0">
                <a:solidFill>
                  <a:srgbClr val="404040"/>
                </a:solidFill>
                <a:latin typeface="RobotoMono-Regular"/>
              </a:rPr>
              <a:t> </a:t>
            </a:r>
            <a:r>
              <a:rPr lang="pl-PL" sz="1800" dirty="0">
                <a:solidFill>
                  <a:srgbClr val="F15A28"/>
                </a:solidFill>
                <a:latin typeface="RobotoMono-Regular"/>
              </a:rPr>
              <a:t>WHERE</a:t>
            </a:r>
            <a:r>
              <a:rPr lang="pl-PL" sz="1800" b="0" i="0" u="none" strike="noStrike" baseline="0" dirty="0">
                <a:solidFill>
                  <a:srgbClr val="404040"/>
                </a:solidFill>
                <a:latin typeface="RobotoMono-Regular"/>
              </a:rPr>
              <a:t> &lt;</a:t>
            </a:r>
            <a:r>
              <a:rPr lang="pl-PL" sz="1800" b="0" i="0" u="none" strike="noStrike" baseline="0" dirty="0" err="1">
                <a:solidFill>
                  <a:srgbClr val="404040"/>
                </a:solidFill>
                <a:latin typeface="RobotoMono-Regular"/>
              </a:rPr>
              <a:t>Predicate</a:t>
            </a:r>
            <a:r>
              <a:rPr lang="pl-PL" sz="1800" b="0" i="0" u="none" strike="noStrike" baseline="0" dirty="0">
                <a:solidFill>
                  <a:srgbClr val="404040"/>
                </a:solidFill>
                <a:latin typeface="RobotoMono-Regular"/>
              </a:rPr>
              <a:t>&gt;</a:t>
            </a:r>
            <a:endParaRPr lang="pl-PL" dirty="0"/>
          </a:p>
        </p:txBody>
      </p:sp>
      <p:cxnSp>
        <p:nvCxnSpPr>
          <p:cNvPr id="5" name="Łącznik prosty 4">
            <a:extLst>
              <a:ext uri="{FF2B5EF4-FFF2-40B4-BE49-F238E27FC236}">
                <a16:creationId xmlns:a16="http://schemas.microsoft.com/office/drawing/2014/main" id="{D054E03C-6052-9AF7-9308-E30EEDCBEF3B}"/>
              </a:ext>
            </a:extLst>
          </p:cNvPr>
          <p:cNvCxnSpPr/>
          <p:nvPr/>
        </p:nvCxnSpPr>
        <p:spPr>
          <a:xfrm>
            <a:off x="3736411" y="2560320"/>
            <a:ext cx="6879773" cy="0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" name="Łącznik prosty 5">
            <a:extLst>
              <a:ext uri="{FF2B5EF4-FFF2-40B4-BE49-F238E27FC236}">
                <a16:creationId xmlns:a16="http://schemas.microsoft.com/office/drawing/2014/main" id="{6FDE4AF6-E1C7-0DF5-CB63-42623242B224}"/>
              </a:ext>
            </a:extLst>
          </p:cNvPr>
          <p:cNvCxnSpPr/>
          <p:nvPr/>
        </p:nvCxnSpPr>
        <p:spPr>
          <a:xfrm>
            <a:off x="3736411" y="4194048"/>
            <a:ext cx="6879773" cy="0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0144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DML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D8E9BBF-A55D-4C50-9C86-D226AA6FC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/>
          <a:lstStyle/>
          <a:p>
            <a:pPr marL="0" indent="0" algn="l">
              <a:buNone/>
            </a:pPr>
            <a:r>
              <a:rPr lang="en-US" sz="1800" b="0" i="0" u="none" strike="noStrike" baseline="0" dirty="0">
                <a:solidFill>
                  <a:srgbClr val="F15A28"/>
                </a:solidFill>
                <a:latin typeface="RobotoMono-Regular"/>
              </a:rPr>
              <a:t>INSERT INTO </a:t>
            </a:r>
            <a:r>
              <a:rPr lang="en-US" sz="1800" b="0" i="0" u="none" strike="noStrike" baseline="0" dirty="0">
                <a:solidFill>
                  <a:srgbClr val="0070C0"/>
                </a:solidFill>
                <a:latin typeface="RobotoMono-Regular"/>
              </a:rPr>
              <a:t>Orders (</a:t>
            </a:r>
            <a:r>
              <a:rPr lang="en-US" sz="1800" b="0" i="0" u="none" strike="noStrike" baseline="0" dirty="0" err="1">
                <a:solidFill>
                  <a:srgbClr val="0070C0"/>
                </a:solidFill>
                <a:latin typeface="RobotoMono-Regular"/>
              </a:rPr>
              <a:t>OrderID</a:t>
            </a:r>
            <a:r>
              <a:rPr lang="en-US" sz="1800" b="0" i="0" u="none" strike="noStrike" baseline="0" dirty="0">
                <a:solidFill>
                  <a:srgbClr val="0070C0"/>
                </a:solidFill>
                <a:latin typeface="RobotoMono-Regular"/>
              </a:rPr>
              <a:t>, </a:t>
            </a:r>
            <a:r>
              <a:rPr lang="en-US" sz="1800" b="0" i="0" u="none" strike="noStrike" baseline="0" dirty="0" err="1">
                <a:solidFill>
                  <a:srgbClr val="0070C0"/>
                </a:solidFill>
                <a:latin typeface="RobotoMono-Regular"/>
              </a:rPr>
              <a:t>OrderDate</a:t>
            </a:r>
            <a:r>
              <a:rPr lang="en-US" sz="1800" b="0" i="0" u="none" strike="noStrike" baseline="0" dirty="0">
                <a:solidFill>
                  <a:srgbClr val="0070C0"/>
                </a:solidFill>
                <a:latin typeface="RobotoMono-Regular"/>
              </a:rPr>
              <a:t>, Customer</a:t>
            </a:r>
            <a:r>
              <a:rPr lang="en-US" sz="1800" b="0" i="0" u="none" strike="noStrike" baseline="0" dirty="0">
                <a:solidFill>
                  <a:srgbClr val="FFFFFF"/>
                </a:solidFill>
                <a:latin typeface="RobotoMono-Regular"/>
              </a:rPr>
              <a:t>)</a:t>
            </a:r>
          </a:p>
          <a:p>
            <a:pPr marL="0" indent="0" algn="l">
              <a:buNone/>
            </a:pPr>
            <a:r>
              <a:rPr lang="pl-PL" sz="1800" b="0" i="0" u="none" strike="noStrike" baseline="0" dirty="0">
                <a:solidFill>
                  <a:srgbClr val="F15A28"/>
                </a:solidFill>
                <a:latin typeface="RobotoMono-Regular"/>
              </a:rPr>
              <a:t>VALUES</a:t>
            </a:r>
            <a:r>
              <a:rPr lang="pl-PL" sz="1800" b="0" i="0" u="none" strike="noStrike" baseline="0" dirty="0">
                <a:solidFill>
                  <a:srgbClr val="0070C0"/>
                </a:solidFill>
                <a:latin typeface="RobotoMono-Regular"/>
              </a:rPr>
              <a:t>(21, ‘2023-11-01’, ‘Michael’)</a:t>
            </a:r>
            <a:r>
              <a:rPr lang="pl-PL" sz="1800" b="0" i="0" u="none" strike="noStrike" baseline="0" dirty="0">
                <a:solidFill>
                  <a:srgbClr val="F15A28"/>
                </a:solidFill>
                <a:latin typeface="RobotoMono-Regular"/>
              </a:rPr>
              <a:t> ;</a:t>
            </a:r>
          </a:p>
          <a:p>
            <a:pPr marL="0" indent="0" algn="l">
              <a:buNone/>
            </a:pPr>
            <a:endParaRPr lang="pl-PL" sz="1800" b="0" i="0" u="none" strike="noStrike" baseline="0" dirty="0">
              <a:solidFill>
                <a:srgbClr val="F15A28"/>
              </a:solidFill>
              <a:latin typeface="RobotoMono-Regular"/>
            </a:endParaRPr>
          </a:p>
          <a:p>
            <a:pPr marL="0" indent="0" algn="l">
              <a:buNone/>
            </a:pPr>
            <a:r>
              <a:rPr lang="pl-PL" sz="1800" b="0" i="0" u="none" strike="noStrike" baseline="0" dirty="0">
                <a:solidFill>
                  <a:srgbClr val="F15A28"/>
                </a:solidFill>
                <a:latin typeface="RobotoMono-Regular"/>
              </a:rPr>
              <a:t>UPDATE </a:t>
            </a:r>
            <a:r>
              <a:rPr lang="pl-PL" sz="1800" b="0" i="0" u="none" strike="noStrike" baseline="0" dirty="0" err="1">
                <a:solidFill>
                  <a:srgbClr val="0070C0"/>
                </a:solidFill>
                <a:latin typeface="RobotoMono-Regular"/>
              </a:rPr>
              <a:t>Orders</a:t>
            </a:r>
            <a:endParaRPr lang="pl-PL" sz="1800" b="0" i="0" u="none" strike="noStrike" baseline="0" dirty="0">
              <a:solidFill>
                <a:srgbClr val="0070C0"/>
              </a:solidFill>
              <a:latin typeface="RobotoMono-Regular"/>
            </a:endParaRPr>
          </a:p>
          <a:p>
            <a:pPr marL="0" indent="0" algn="l">
              <a:buNone/>
            </a:pPr>
            <a:r>
              <a:rPr lang="pl-PL" sz="1800" b="0" i="0" u="none" strike="noStrike" baseline="0" dirty="0">
                <a:solidFill>
                  <a:srgbClr val="F15A28"/>
                </a:solidFill>
                <a:latin typeface="RobotoMono-Regular"/>
              </a:rPr>
              <a:t>SET </a:t>
            </a:r>
            <a:r>
              <a:rPr lang="pl-PL" sz="1800" b="0" i="0" u="none" strike="noStrike" baseline="0" dirty="0">
                <a:solidFill>
                  <a:srgbClr val="0070C0"/>
                </a:solidFill>
                <a:latin typeface="RobotoMono-Regular"/>
              </a:rPr>
              <a:t>Customer =</a:t>
            </a:r>
            <a:r>
              <a:rPr lang="pl-PL" sz="1800" b="0" i="0" u="none" strike="noStrike" baseline="0" dirty="0">
                <a:solidFill>
                  <a:srgbClr val="FFFFFF"/>
                </a:solidFill>
                <a:latin typeface="RobotoMono-Regular"/>
              </a:rPr>
              <a:t> </a:t>
            </a:r>
            <a:r>
              <a:rPr lang="pl-PL" sz="1800" b="0" i="0" u="none" strike="noStrike" baseline="0" dirty="0">
                <a:solidFill>
                  <a:srgbClr val="F15A28"/>
                </a:solidFill>
                <a:latin typeface="RobotoMono-Regular"/>
              </a:rPr>
              <a:t>NULL</a:t>
            </a:r>
          </a:p>
          <a:p>
            <a:pPr marL="0" indent="0" algn="l">
              <a:buNone/>
            </a:pPr>
            <a:r>
              <a:rPr lang="pl-PL" sz="1800" b="0" i="0" u="none" strike="noStrike" baseline="0" dirty="0">
                <a:solidFill>
                  <a:srgbClr val="F15A28"/>
                </a:solidFill>
                <a:latin typeface="RobotoMono-Regular"/>
              </a:rPr>
              <a:t>WHERE </a:t>
            </a:r>
            <a:r>
              <a:rPr lang="pl-PL" sz="1800" b="0" i="0" u="none" strike="noStrike" baseline="0" dirty="0">
                <a:solidFill>
                  <a:srgbClr val="0070C0"/>
                </a:solidFill>
                <a:latin typeface="RobotoMono-Regular"/>
              </a:rPr>
              <a:t>Customer </a:t>
            </a:r>
            <a:r>
              <a:rPr lang="pl-PL" sz="1800" b="0" i="0" u="none" strike="noStrike" baseline="0" dirty="0">
                <a:solidFill>
                  <a:srgbClr val="F15A28"/>
                </a:solidFill>
                <a:latin typeface="RobotoMono-Regular"/>
              </a:rPr>
              <a:t>NOT IN</a:t>
            </a:r>
          </a:p>
          <a:p>
            <a:pPr marL="0" indent="0" algn="l">
              <a:buNone/>
            </a:pPr>
            <a:r>
              <a:rPr lang="pl-PL" sz="1800" dirty="0">
                <a:solidFill>
                  <a:srgbClr val="FFFFFF"/>
                </a:solidFill>
                <a:latin typeface="RobotoMono-Regular"/>
              </a:rPr>
              <a:t>	</a:t>
            </a:r>
            <a:r>
              <a:rPr lang="pl-PL" sz="1800" b="0" i="0" u="none" strike="noStrike" baseline="0" dirty="0">
                <a:solidFill>
                  <a:srgbClr val="F15A28"/>
                </a:solidFill>
                <a:latin typeface="RobotoMono-Regular"/>
              </a:rPr>
              <a:t>SELECT </a:t>
            </a:r>
            <a:r>
              <a:rPr lang="pl-PL" sz="1800" b="0" i="0" u="none" strike="noStrike" baseline="0" dirty="0">
                <a:solidFill>
                  <a:srgbClr val="0070C0"/>
                </a:solidFill>
                <a:latin typeface="RobotoMono-Regular"/>
              </a:rPr>
              <a:t>Customer </a:t>
            </a:r>
            <a:r>
              <a:rPr lang="pl-PL" sz="1800" dirty="0">
                <a:solidFill>
                  <a:srgbClr val="F15A28"/>
                </a:solidFill>
                <a:latin typeface="RobotoMono-Regular"/>
              </a:rPr>
              <a:t>FROM</a:t>
            </a:r>
            <a:r>
              <a:rPr lang="pl-PL" sz="1800" b="0" i="0" u="none" strike="noStrike" baseline="0" dirty="0">
                <a:solidFill>
                  <a:srgbClr val="0070C0"/>
                </a:solidFill>
                <a:latin typeface="RobotoMono-Regular"/>
              </a:rPr>
              <a:t> </a:t>
            </a:r>
            <a:r>
              <a:rPr lang="pl-PL" sz="1800" b="0" i="0" u="none" strike="noStrike" baseline="0" dirty="0" err="1">
                <a:solidFill>
                  <a:srgbClr val="0070C0"/>
                </a:solidFill>
                <a:latin typeface="RobotoMono-Regular"/>
              </a:rPr>
              <a:t>Customers</a:t>
            </a:r>
            <a:r>
              <a:rPr lang="pl-PL" sz="1800" b="0" i="0" u="none" strike="noStrike" baseline="0" dirty="0">
                <a:solidFill>
                  <a:srgbClr val="FFFFFF"/>
                </a:solidFill>
                <a:latin typeface="RobotoMono-Regular"/>
              </a:rPr>
              <a:t>)</a:t>
            </a:r>
            <a:r>
              <a:rPr lang="pl-PL" sz="1800" b="0" i="0" u="none" strike="noStrike" baseline="0" dirty="0">
                <a:solidFill>
                  <a:srgbClr val="F15A28"/>
                </a:solidFill>
                <a:latin typeface="RobotoMono-Regular"/>
              </a:rPr>
              <a:t>;</a:t>
            </a:r>
            <a:endParaRPr lang="pl-PL" dirty="0"/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F27AB724-18C5-9B5B-7A15-08AB3FDFA780}"/>
              </a:ext>
            </a:extLst>
          </p:cNvPr>
          <p:cNvCxnSpPr/>
          <p:nvPr/>
        </p:nvCxnSpPr>
        <p:spPr>
          <a:xfrm>
            <a:off x="3654115" y="3026664"/>
            <a:ext cx="6879773" cy="0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5786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DQL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D8E9BBF-A55D-4C50-9C86-D226AA6FC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/>
          <a:lstStyle/>
          <a:p>
            <a:pPr marL="0" indent="0" algn="l">
              <a:buNone/>
            </a:pPr>
            <a:r>
              <a:rPr lang="pl-PL" sz="1800" dirty="0">
                <a:solidFill>
                  <a:srgbClr val="F15A28"/>
                </a:solidFill>
                <a:latin typeface="RobotoMono-Regular"/>
              </a:rPr>
              <a:t>SELECT</a:t>
            </a:r>
            <a:r>
              <a:rPr lang="pl-PL" sz="1800" b="0" i="0" u="none" strike="noStrike" baseline="0" dirty="0">
                <a:solidFill>
                  <a:srgbClr val="404040"/>
                </a:solidFill>
                <a:latin typeface="RobotoMono-Regular"/>
              </a:rPr>
              <a:t> &lt;</a:t>
            </a:r>
            <a:r>
              <a:rPr lang="pl-PL" sz="1800" b="0" i="0" u="none" strike="noStrike" baseline="0" dirty="0" err="1">
                <a:solidFill>
                  <a:srgbClr val="404040"/>
                </a:solidFill>
                <a:latin typeface="RobotoMono-Regular"/>
              </a:rPr>
              <a:t>Expressions</a:t>
            </a:r>
            <a:r>
              <a:rPr lang="pl-PL" sz="1800" b="0" i="0" u="none" strike="noStrike" baseline="0" dirty="0">
                <a:solidFill>
                  <a:srgbClr val="404040"/>
                </a:solidFill>
                <a:latin typeface="RobotoMono-Regular"/>
              </a:rPr>
              <a:t>&gt;</a:t>
            </a:r>
          </a:p>
          <a:p>
            <a:pPr marL="0" indent="0" algn="l">
              <a:buNone/>
            </a:pPr>
            <a:r>
              <a:rPr lang="pl-PL" sz="1800" dirty="0">
                <a:solidFill>
                  <a:srgbClr val="F15A28"/>
                </a:solidFill>
                <a:latin typeface="RobotoMono-Regular"/>
              </a:rPr>
              <a:t>FROM</a:t>
            </a:r>
            <a:r>
              <a:rPr lang="pl-PL" sz="1800" b="0" i="0" u="none" strike="noStrike" baseline="0" dirty="0">
                <a:solidFill>
                  <a:srgbClr val="404040"/>
                </a:solidFill>
                <a:latin typeface="RobotoMono-Regular"/>
              </a:rPr>
              <a:t> &lt;</a:t>
            </a:r>
            <a:r>
              <a:rPr lang="pl-PL" sz="1800" b="0" i="0" u="none" strike="noStrike" baseline="0" dirty="0" err="1">
                <a:solidFill>
                  <a:srgbClr val="404040"/>
                </a:solidFill>
                <a:latin typeface="RobotoMono-Regular"/>
              </a:rPr>
              <a:t>Table</a:t>
            </a:r>
            <a:r>
              <a:rPr lang="pl-PL" sz="1800" b="0" i="0" u="none" strike="noStrike" baseline="0" dirty="0">
                <a:solidFill>
                  <a:srgbClr val="404040"/>
                </a:solidFill>
                <a:latin typeface="RobotoMono-Regular"/>
              </a:rPr>
              <a:t> Source&gt;</a:t>
            </a:r>
          </a:p>
          <a:p>
            <a:pPr marL="0" indent="0" algn="l">
              <a:buNone/>
            </a:pPr>
            <a:r>
              <a:rPr lang="pl-PL" sz="1800" dirty="0">
                <a:solidFill>
                  <a:srgbClr val="F15A28"/>
                </a:solidFill>
                <a:latin typeface="RobotoMono-Regular"/>
              </a:rPr>
              <a:t>WHERE</a:t>
            </a:r>
            <a:r>
              <a:rPr lang="pl-PL" sz="1800" b="0" i="0" u="none" strike="noStrike" baseline="0" dirty="0">
                <a:solidFill>
                  <a:srgbClr val="404040"/>
                </a:solidFill>
                <a:latin typeface="RobotoMono-Regular"/>
              </a:rPr>
              <a:t> &lt;</a:t>
            </a:r>
            <a:r>
              <a:rPr lang="pl-PL" sz="1800" b="0" i="0" u="none" strike="noStrike" baseline="0" dirty="0" err="1">
                <a:solidFill>
                  <a:srgbClr val="404040"/>
                </a:solidFill>
                <a:latin typeface="RobotoMono-Regular"/>
              </a:rPr>
              <a:t>Filter</a:t>
            </a:r>
            <a:r>
              <a:rPr lang="pl-PL" sz="1800" b="0" i="0" u="none" strike="noStrike" baseline="0" dirty="0">
                <a:solidFill>
                  <a:srgbClr val="404040"/>
                </a:solidFill>
                <a:latin typeface="RobotoMono-Regular"/>
              </a:rPr>
              <a:t>&gt; …</a:t>
            </a:r>
          </a:p>
          <a:p>
            <a:pPr marL="0" indent="0" algn="l">
              <a:buNone/>
            </a:pPr>
            <a:endParaRPr lang="pl-PL" sz="1800" b="0" i="0" u="none" strike="noStrike" baseline="0" dirty="0">
              <a:solidFill>
                <a:srgbClr val="F15A28"/>
              </a:solidFill>
              <a:latin typeface="RobotoMono-Regular"/>
            </a:endParaRPr>
          </a:p>
          <a:p>
            <a:pPr marL="0" indent="0" algn="l">
              <a:buNone/>
            </a:pPr>
            <a:endParaRPr lang="pl-PL" sz="1800" b="0" i="0" u="none" strike="noStrike" baseline="0" dirty="0">
              <a:solidFill>
                <a:srgbClr val="404040"/>
              </a:solidFill>
              <a:latin typeface="RobotoMono-Regular"/>
            </a:endParaRPr>
          </a:p>
          <a:p>
            <a:pPr marL="0" indent="0" algn="l">
              <a:buNone/>
            </a:pPr>
            <a:r>
              <a:rPr lang="pl-PL" sz="1800" dirty="0">
                <a:solidFill>
                  <a:srgbClr val="F15A28"/>
                </a:solidFill>
                <a:latin typeface="RobotoMono-Regular"/>
              </a:rPr>
              <a:t>INSERT</a:t>
            </a:r>
            <a:r>
              <a:rPr lang="pl-PL" sz="1800" b="0" i="0" u="none" strike="noStrike" baseline="0" dirty="0">
                <a:solidFill>
                  <a:srgbClr val="404040"/>
                </a:solidFill>
                <a:latin typeface="RobotoMono-Regular"/>
              </a:rPr>
              <a:t> | </a:t>
            </a:r>
            <a:r>
              <a:rPr lang="pl-PL" sz="1800" dirty="0">
                <a:solidFill>
                  <a:srgbClr val="F15A28"/>
                </a:solidFill>
                <a:latin typeface="RobotoMono-Regular"/>
              </a:rPr>
              <a:t>UPDATE</a:t>
            </a:r>
            <a:r>
              <a:rPr lang="pl-PL" sz="1800" b="0" i="0" u="none" strike="noStrike" baseline="0" dirty="0">
                <a:solidFill>
                  <a:srgbClr val="404040"/>
                </a:solidFill>
                <a:latin typeface="RobotoMono-Regular"/>
              </a:rPr>
              <a:t> | </a:t>
            </a:r>
            <a:r>
              <a:rPr lang="pl-PL" sz="1800" dirty="0">
                <a:solidFill>
                  <a:srgbClr val="F15A28"/>
                </a:solidFill>
                <a:latin typeface="RobotoMono-Regular"/>
              </a:rPr>
              <a:t>DELETE</a:t>
            </a:r>
          </a:p>
          <a:p>
            <a:pPr marL="0" indent="0" algn="l">
              <a:buNone/>
            </a:pPr>
            <a:r>
              <a:rPr lang="pl-PL" sz="1800" b="0" i="0" u="none" strike="noStrike" baseline="0" dirty="0">
                <a:solidFill>
                  <a:srgbClr val="404040"/>
                </a:solidFill>
                <a:latin typeface="RobotoMono-Regular"/>
              </a:rPr>
              <a:t>…</a:t>
            </a:r>
          </a:p>
          <a:p>
            <a:pPr marL="0" indent="0" algn="l">
              <a:buNone/>
            </a:pPr>
            <a:r>
              <a:rPr lang="pl-PL" sz="1800" dirty="0">
                <a:solidFill>
                  <a:srgbClr val="F15A28"/>
                </a:solidFill>
                <a:latin typeface="RobotoMono-Regular"/>
              </a:rPr>
              <a:t>RETURNING</a:t>
            </a:r>
            <a:r>
              <a:rPr lang="pl-PL" sz="1800" b="0" i="0" u="none" strike="noStrike" baseline="0" dirty="0">
                <a:solidFill>
                  <a:srgbClr val="404040"/>
                </a:solidFill>
                <a:latin typeface="RobotoMono-Regular"/>
              </a:rPr>
              <a:t> &lt;</a:t>
            </a:r>
            <a:r>
              <a:rPr lang="pl-PL" sz="1800" b="0" i="0" u="none" strike="noStrike" baseline="0" dirty="0" err="1">
                <a:solidFill>
                  <a:srgbClr val="404040"/>
                </a:solidFill>
                <a:latin typeface="RobotoMono-Regular"/>
              </a:rPr>
              <a:t>Expressions</a:t>
            </a:r>
            <a:r>
              <a:rPr lang="pl-PL" sz="1800" b="0" i="0" u="none" strike="noStrike" baseline="0" dirty="0">
                <a:solidFill>
                  <a:srgbClr val="404040"/>
                </a:solidFill>
                <a:latin typeface="RobotoMono-Regular"/>
              </a:rPr>
              <a:t>&gt;</a:t>
            </a:r>
            <a:endParaRPr lang="pl-PL" dirty="0"/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F27AB724-18C5-9B5B-7A15-08AB3FDFA780}"/>
              </a:ext>
            </a:extLst>
          </p:cNvPr>
          <p:cNvCxnSpPr/>
          <p:nvPr/>
        </p:nvCxnSpPr>
        <p:spPr>
          <a:xfrm>
            <a:off x="3946723" y="3410712"/>
            <a:ext cx="6879773" cy="0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7989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DQL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D8E9BBF-A55D-4C50-9C86-D226AA6FC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/>
          <a:lstStyle/>
          <a:p>
            <a:pPr marL="0" indent="0" algn="l">
              <a:buNone/>
            </a:pPr>
            <a:r>
              <a:rPr lang="pl-PL" sz="1800" b="0" i="0" u="none" strike="noStrike" baseline="0" dirty="0">
                <a:solidFill>
                  <a:srgbClr val="F15A28"/>
                </a:solidFill>
                <a:latin typeface="RobotoMono-Regular"/>
              </a:rPr>
              <a:t>SELECT </a:t>
            </a:r>
            <a:r>
              <a:rPr lang="pl-PL" sz="1800" b="0" i="0" u="none" strike="noStrike" baseline="0" dirty="0">
                <a:solidFill>
                  <a:srgbClr val="FFFFFF"/>
                </a:solidFill>
                <a:latin typeface="RobotoMono-Regular"/>
              </a:rPr>
              <a:t>* </a:t>
            </a:r>
            <a:r>
              <a:rPr lang="pl-PL" sz="1800" b="0" i="0" u="none" strike="noStrike" baseline="0" dirty="0">
                <a:solidFill>
                  <a:srgbClr val="F15A28"/>
                </a:solidFill>
                <a:latin typeface="RobotoMono-Regular"/>
              </a:rPr>
              <a:t>FROM </a:t>
            </a:r>
            <a:r>
              <a:rPr lang="pl-PL" sz="1800" b="0" i="0" u="none" strike="noStrike" baseline="0" dirty="0" err="1">
                <a:solidFill>
                  <a:srgbClr val="0070C0"/>
                </a:solidFill>
                <a:latin typeface="RobotoMono-Regular"/>
              </a:rPr>
              <a:t>Orders</a:t>
            </a:r>
            <a:r>
              <a:rPr lang="pl-PL" sz="1800" b="0" i="0" u="none" strike="noStrike" baseline="0" dirty="0">
                <a:solidFill>
                  <a:srgbClr val="F15A28"/>
                </a:solidFill>
                <a:latin typeface="RobotoMono-Regular"/>
              </a:rPr>
              <a:t>;</a:t>
            </a:r>
          </a:p>
          <a:p>
            <a:pPr marL="0" indent="0" algn="l">
              <a:buNone/>
            </a:pPr>
            <a:r>
              <a:rPr lang="pl-PL" sz="1800" b="0" i="0" u="none" strike="noStrike" baseline="0" dirty="0">
                <a:solidFill>
                  <a:srgbClr val="F15A28"/>
                </a:solidFill>
                <a:latin typeface="RobotoMono-Regular"/>
              </a:rPr>
              <a:t>UPDATE </a:t>
            </a:r>
            <a:r>
              <a:rPr lang="pl-PL" sz="1800" b="0" i="0" u="none" strike="noStrike" baseline="0" dirty="0" err="1">
                <a:solidFill>
                  <a:srgbClr val="0070C0"/>
                </a:solidFill>
                <a:latin typeface="RobotoMono-Regular"/>
              </a:rPr>
              <a:t>Orders</a:t>
            </a:r>
            <a:endParaRPr lang="pl-PL" sz="1800" b="0" i="0" u="none" strike="noStrike" baseline="0" dirty="0">
              <a:solidFill>
                <a:srgbClr val="0070C0"/>
              </a:solidFill>
              <a:latin typeface="RobotoMono-Regular"/>
            </a:endParaRPr>
          </a:p>
          <a:p>
            <a:pPr marL="0" indent="0" algn="l">
              <a:buNone/>
            </a:pPr>
            <a:r>
              <a:rPr lang="pl-PL" sz="1800" b="0" i="0" u="none" strike="noStrike" baseline="0" dirty="0">
                <a:solidFill>
                  <a:srgbClr val="F15A28"/>
                </a:solidFill>
                <a:latin typeface="RobotoMono-Regular"/>
              </a:rPr>
              <a:t>SET </a:t>
            </a:r>
            <a:r>
              <a:rPr lang="pl-PL" sz="1800" b="0" i="0" u="none" strike="noStrike" baseline="0" dirty="0">
                <a:solidFill>
                  <a:srgbClr val="0070C0"/>
                </a:solidFill>
                <a:latin typeface="RobotoMono-Regular"/>
              </a:rPr>
              <a:t>Customer </a:t>
            </a:r>
            <a:r>
              <a:rPr lang="pl-PL" sz="1800" b="0" i="0" u="none" strike="noStrike" baseline="0" dirty="0" err="1">
                <a:solidFill>
                  <a:srgbClr val="0070C0"/>
                </a:solidFill>
                <a:latin typeface="RobotoMono-Regular"/>
              </a:rPr>
              <a:t>is</a:t>
            </a:r>
            <a:r>
              <a:rPr lang="pl-PL" sz="1800" b="0" i="0" u="none" strike="noStrike" baseline="0" dirty="0">
                <a:solidFill>
                  <a:srgbClr val="0070C0"/>
                </a:solidFill>
                <a:latin typeface="RobotoMono-Regular"/>
              </a:rPr>
              <a:t> </a:t>
            </a:r>
            <a:r>
              <a:rPr lang="pl-PL" sz="1800" b="0" i="0" u="none" strike="noStrike" baseline="0" dirty="0">
                <a:solidFill>
                  <a:srgbClr val="F15A28"/>
                </a:solidFill>
                <a:latin typeface="RobotoMono-Regular"/>
              </a:rPr>
              <a:t>NULL</a:t>
            </a:r>
          </a:p>
          <a:p>
            <a:pPr marL="0" indent="0" algn="l">
              <a:buNone/>
            </a:pPr>
            <a:r>
              <a:rPr lang="pl-PL" sz="1800" b="0" i="0" u="none" strike="noStrike" baseline="0" dirty="0">
                <a:solidFill>
                  <a:srgbClr val="F15A28"/>
                </a:solidFill>
                <a:latin typeface="RobotoMono-Regular"/>
              </a:rPr>
              <a:t>WHERE </a:t>
            </a:r>
            <a:r>
              <a:rPr lang="pl-PL" sz="1800" b="0" i="0" u="none" strike="noStrike" baseline="0" dirty="0">
                <a:solidFill>
                  <a:srgbClr val="0070C0"/>
                </a:solidFill>
                <a:latin typeface="RobotoMono-Regular"/>
              </a:rPr>
              <a:t>Customer </a:t>
            </a:r>
            <a:r>
              <a:rPr lang="pl-PL" sz="1800" b="0" i="0" u="none" strike="noStrike" baseline="0" dirty="0">
                <a:solidFill>
                  <a:srgbClr val="F15A28"/>
                </a:solidFill>
                <a:latin typeface="RobotoMono-Regular"/>
              </a:rPr>
              <a:t>NOT IN</a:t>
            </a:r>
          </a:p>
          <a:p>
            <a:pPr marL="0" indent="0" algn="l">
              <a:buNone/>
            </a:pPr>
            <a:r>
              <a:rPr lang="pl-PL" sz="1800" dirty="0">
                <a:solidFill>
                  <a:srgbClr val="F15A28"/>
                </a:solidFill>
                <a:latin typeface="RobotoMono-Regular"/>
              </a:rPr>
              <a:t>	</a:t>
            </a:r>
            <a:r>
              <a:rPr lang="pl-PL" sz="1800" dirty="0">
                <a:solidFill>
                  <a:srgbClr val="0070C0"/>
                </a:solidFill>
                <a:latin typeface="RobotoMono-Regular"/>
              </a:rPr>
              <a:t>(</a:t>
            </a:r>
            <a:r>
              <a:rPr lang="pl-PL" sz="1800" b="0" i="0" u="none" strike="noStrike" baseline="0" dirty="0">
                <a:solidFill>
                  <a:srgbClr val="F15A28"/>
                </a:solidFill>
                <a:latin typeface="RobotoMono-Regular"/>
              </a:rPr>
              <a:t>SELECT </a:t>
            </a:r>
            <a:r>
              <a:rPr lang="pl-PL" sz="1800" b="0" i="0" u="none" strike="noStrike" baseline="0" dirty="0">
                <a:solidFill>
                  <a:srgbClr val="0070C0"/>
                </a:solidFill>
                <a:latin typeface="RobotoMono-Regular"/>
              </a:rPr>
              <a:t>Customer </a:t>
            </a:r>
            <a:r>
              <a:rPr lang="pl-PL" sz="1800" b="0" i="0" u="none" strike="noStrike" baseline="0" dirty="0">
                <a:solidFill>
                  <a:srgbClr val="F15A28"/>
                </a:solidFill>
                <a:latin typeface="RobotoMono-Regular"/>
              </a:rPr>
              <a:t>FROM </a:t>
            </a:r>
            <a:r>
              <a:rPr lang="pl-PL" sz="1800" b="0" i="0" u="none" strike="noStrike" baseline="0" dirty="0" err="1">
                <a:solidFill>
                  <a:srgbClr val="0070C0"/>
                </a:solidFill>
                <a:latin typeface="RobotoMono-Regular"/>
              </a:rPr>
              <a:t>Customers</a:t>
            </a:r>
            <a:r>
              <a:rPr lang="pl-PL" sz="1800" b="0" i="0" u="none" strike="noStrike" baseline="0" dirty="0">
                <a:solidFill>
                  <a:srgbClr val="0070C0"/>
                </a:solidFill>
                <a:latin typeface="RobotoMono-Regular"/>
              </a:rPr>
              <a:t>)</a:t>
            </a:r>
          </a:p>
          <a:p>
            <a:pPr marL="0" indent="0" algn="l">
              <a:buNone/>
            </a:pPr>
            <a:r>
              <a:rPr lang="pl-PL" sz="1800" b="0" i="0" u="none" strike="noStrike" baseline="0" dirty="0">
                <a:solidFill>
                  <a:srgbClr val="F15A28"/>
                </a:solidFill>
                <a:latin typeface="RobotoMono-Regular"/>
              </a:rPr>
              <a:t>RETURNING</a:t>
            </a:r>
            <a:r>
              <a:rPr lang="pl-PL" sz="1800" b="0" i="0" u="none" strike="noStrike" baseline="0" dirty="0">
                <a:solidFill>
                  <a:srgbClr val="0070C0"/>
                </a:solidFill>
                <a:latin typeface="RobotoMono-Regular"/>
              </a:rPr>
              <a:t> *</a:t>
            </a:r>
            <a:r>
              <a:rPr lang="pl-PL" sz="1800" b="0" i="0" u="none" strike="noStrike" baseline="0" dirty="0">
                <a:solidFill>
                  <a:srgbClr val="F15A28"/>
                </a:solidFill>
                <a:latin typeface="RobotoMono-Regular"/>
              </a:rPr>
              <a:t>;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100222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DTL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D8E9BBF-A55D-4C50-9C86-D226AA6FC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/>
          <a:lstStyle/>
          <a:p>
            <a:pPr marL="0" indent="0" algn="l">
              <a:buNone/>
            </a:pPr>
            <a:r>
              <a:rPr lang="pl-PL" sz="1800" b="0" i="0" u="none" strike="noStrike" baseline="0" dirty="0">
                <a:solidFill>
                  <a:srgbClr val="404040"/>
                </a:solidFill>
                <a:latin typeface="RobotoMono-Regular"/>
              </a:rPr>
              <a:t>[</a:t>
            </a:r>
            <a:r>
              <a:rPr lang="pl-PL" sz="1800" dirty="0">
                <a:solidFill>
                  <a:srgbClr val="F15A28"/>
                </a:solidFill>
                <a:latin typeface="RobotoMono-Regular"/>
              </a:rPr>
              <a:t>BEGIN</a:t>
            </a:r>
            <a:r>
              <a:rPr lang="pl-PL" sz="1800" b="0" i="0" u="none" strike="noStrike" baseline="0" dirty="0">
                <a:solidFill>
                  <a:srgbClr val="404040"/>
                </a:solidFill>
                <a:latin typeface="RobotoMono-Regular"/>
              </a:rPr>
              <a:t> | </a:t>
            </a:r>
            <a:r>
              <a:rPr lang="pl-PL" sz="1800" dirty="0">
                <a:solidFill>
                  <a:srgbClr val="F15A28"/>
                </a:solidFill>
                <a:latin typeface="RobotoMono-Regular"/>
              </a:rPr>
              <a:t>START</a:t>
            </a:r>
            <a:r>
              <a:rPr lang="pl-PL" sz="1800" b="0" i="0" u="none" strike="noStrike" baseline="0" dirty="0">
                <a:solidFill>
                  <a:srgbClr val="404040"/>
                </a:solidFill>
                <a:latin typeface="RobotoMono-Regular"/>
              </a:rPr>
              <a:t>] [</a:t>
            </a:r>
            <a:r>
              <a:rPr lang="pl-PL" sz="1800" dirty="0">
                <a:solidFill>
                  <a:srgbClr val="F15A28"/>
                </a:solidFill>
                <a:latin typeface="RobotoMono-Regular"/>
              </a:rPr>
              <a:t>WORK</a:t>
            </a:r>
            <a:r>
              <a:rPr lang="pl-PL" sz="1800" b="0" i="0" u="none" strike="noStrike" baseline="0" dirty="0">
                <a:solidFill>
                  <a:srgbClr val="404040"/>
                </a:solidFill>
                <a:latin typeface="RobotoMono-Regular"/>
              </a:rPr>
              <a:t> | </a:t>
            </a:r>
            <a:r>
              <a:rPr lang="pl-PL" sz="1800" dirty="0">
                <a:solidFill>
                  <a:srgbClr val="F15A28"/>
                </a:solidFill>
                <a:latin typeface="RobotoMono-Regular"/>
              </a:rPr>
              <a:t>TRANSACTION</a:t>
            </a:r>
            <a:r>
              <a:rPr lang="pl-PL" sz="1800" b="0" i="0" u="none" strike="noStrike" baseline="0" dirty="0">
                <a:solidFill>
                  <a:srgbClr val="404040"/>
                </a:solidFill>
                <a:latin typeface="RobotoMono-Regular"/>
              </a:rPr>
              <a:t>]</a:t>
            </a:r>
            <a:endParaRPr lang="pl-PL" sz="1800" b="0" i="0" u="none" strike="noStrike" baseline="0" dirty="0">
              <a:solidFill>
                <a:srgbClr val="F15A28"/>
              </a:solidFill>
              <a:latin typeface="RobotoMono-Regular"/>
            </a:endParaRPr>
          </a:p>
          <a:p>
            <a:pPr marL="0" indent="0" algn="l">
              <a:buNone/>
            </a:pPr>
            <a:endParaRPr lang="pl-PL" sz="1800" b="0" i="0" u="none" strike="noStrike" baseline="0" dirty="0">
              <a:solidFill>
                <a:srgbClr val="404040"/>
              </a:solidFill>
              <a:latin typeface="RobotoMono-Regular"/>
            </a:endParaRPr>
          </a:p>
          <a:p>
            <a:pPr marL="0" indent="0" algn="l">
              <a:buNone/>
            </a:pPr>
            <a:r>
              <a:rPr lang="pl-PL" sz="1800" dirty="0">
                <a:solidFill>
                  <a:srgbClr val="F15A28"/>
                </a:solidFill>
                <a:latin typeface="RobotoMono-Regular"/>
              </a:rPr>
              <a:t>SAVEPOINT</a:t>
            </a:r>
            <a:r>
              <a:rPr lang="pl-PL" sz="1800" b="0" i="0" u="none" strike="noStrike" baseline="0" dirty="0">
                <a:solidFill>
                  <a:srgbClr val="404040"/>
                </a:solidFill>
                <a:latin typeface="RobotoMono-Regular"/>
              </a:rPr>
              <a:t> &lt;</a:t>
            </a:r>
            <a:r>
              <a:rPr lang="pl-PL" sz="1800" b="0" i="0" u="none" strike="noStrike" baseline="0" dirty="0" err="1">
                <a:solidFill>
                  <a:srgbClr val="404040"/>
                </a:solidFill>
                <a:latin typeface="RobotoMono-Regular"/>
              </a:rPr>
              <a:t>Name</a:t>
            </a:r>
            <a:r>
              <a:rPr lang="pl-PL" sz="1800" b="0" i="0" u="none" strike="noStrike" baseline="0" dirty="0">
                <a:solidFill>
                  <a:srgbClr val="404040"/>
                </a:solidFill>
                <a:latin typeface="RobotoMono-Regular"/>
              </a:rPr>
              <a:t>&gt;</a:t>
            </a:r>
          </a:p>
          <a:p>
            <a:pPr marL="0" indent="0" algn="l">
              <a:buNone/>
            </a:pPr>
            <a:endParaRPr lang="pl-PL" sz="1800" dirty="0">
              <a:solidFill>
                <a:srgbClr val="404040"/>
              </a:solidFill>
              <a:latin typeface="RobotoMono-Regular"/>
            </a:endParaRPr>
          </a:p>
          <a:p>
            <a:pPr marL="0" indent="0" algn="l">
              <a:buNone/>
            </a:pPr>
            <a:r>
              <a:rPr lang="pl-PL" sz="1800" dirty="0">
                <a:solidFill>
                  <a:srgbClr val="F15A28"/>
                </a:solidFill>
                <a:latin typeface="RobotoMono-Regular"/>
              </a:rPr>
              <a:t>COMMIT</a:t>
            </a:r>
            <a:r>
              <a:rPr lang="pl-PL" sz="1800" b="0" i="0" u="none" strike="noStrike" baseline="0" dirty="0">
                <a:solidFill>
                  <a:srgbClr val="404040"/>
                </a:solidFill>
                <a:latin typeface="RobotoMono-Regular"/>
              </a:rPr>
              <a:t> [WORK | TRANSACTION]</a:t>
            </a:r>
          </a:p>
          <a:p>
            <a:pPr marL="0" indent="0" algn="l">
              <a:buNone/>
            </a:pPr>
            <a:r>
              <a:rPr lang="pl-PL" sz="1800" b="0" i="0" u="none" strike="noStrike" baseline="0" dirty="0">
                <a:solidFill>
                  <a:srgbClr val="404040"/>
                </a:solidFill>
                <a:latin typeface="RobotoMono-Regular"/>
              </a:rPr>
              <a:t>[TO SAVEPOINT &lt;</a:t>
            </a:r>
            <a:r>
              <a:rPr lang="pl-PL" sz="1800" b="0" i="0" u="none" strike="noStrike" baseline="0" dirty="0" err="1">
                <a:solidFill>
                  <a:srgbClr val="404040"/>
                </a:solidFill>
                <a:latin typeface="RobotoMono-Regular"/>
              </a:rPr>
              <a:t>Name</a:t>
            </a:r>
            <a:r>
              <a:rPr lang="pl-PL" sz="1800" b="0" i="0" u="none" strike="noStrike" baseline="0" dirty="0">
                <a:solidFill>
                  <a:srgbClr val="404040"/>
                </a:solidFill>
                <a:latin typeface="RobotoMono-Regular"/>
              </a:rPr>
              <a:t>&gt;]</a:t>
            </a:r>
          </a:p>
          <a:p>
            <a:pPr marL="0" indent="0" algn="l">
              <a:buNone/>
            </a:pPr>
            <a:r>
              <a:rPr lang="pl-PL" sz="1800" dirty="0">
                <a:solidFill>
                  <a:srgbClr val="F15A28"/>
                </a:solidFill>
                <a:latin typeface="RobotoMono-Regular"/>
              </a:rPr>
              <a:t>ROLLBACK</a:t>
            </a:r>
            <a:r>
              <a:rPr lang="pl-PL" sz="1800" b="0" i="0" u="none" strike="noStrike" baseline="0" dirty="0">
                <a:solidFill>
                  <a:srgbClr val="404040"/>
                </a:solidFill>
                <a:latin typeface="RobotoMono-Regular"/>
              </a:rPr>
              <a:t> [WORK | TRASNACTION]</a:t>
            </a:r>
          </a:p>
          <a:p>
            <a:pPr algn="l"/>
            <a:endParaRPr lang="pl-PL" sz="1800" dirty="0">
              <a:solidFill>
                <a:srgbClr val="F15A28"/>
              </a:solidFill>
              <a:latin typeface="RobotoMono-Regular"/>
            </a:endParaRP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F27AB724-18C5-9B5B-7A15-08AB3FDFA780}"/>
              </a:ext>
            </a:extLst>
          </p:cNvPr>
          <p:cNvCxnSpPr/>
          <p:nvPr/>
        </p:nvCxnSpPr>
        <p:spPr>
          <a:xfrm>
            <a:off x="4175323" y="2440573"/>
            <a:ext cx="6879773" cy="0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" name="Łącznik prosty 4">
            <a:extLst>
              <a:ext uri="{FF2B5EF4-FFF2-40B4-BE49-F238E27FC236}">
                <a16:creationId xmlns:a16="http://schemas.microsoft.com/office/drawing/2014/main" id="{6B37F634-9672-BA32-6717-F92ED5EFA44D}"/>
              </a:ext>
            </a:extLst>
          </p:cNvPr>
          <p:cNvCxnSpPr/>
          <p:nvPr/>
        </p:nvCxnSpPr>
        <p:spPr>
          <a:xfrm>
            <a:off x="4175323" y="3214765"/>
            <a:ext cx="6879773" cy="0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5898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DTL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D8E9BBF-A55D-4C50-9C86-D226AA6FC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/>
          <a:lstStyle/>
          <a:p>
            <a:pPr marL="0" indent="0" algn="l">
              <a:buNone/>
            </a:pPr>
            <a:r>
              <a:rPr lang="pl-PL" sz="1800" b="0" i="0" u="none" strike="noStrike" baseline="0" dirty="0">
                <a:solidFill>
                  <a:srgbClr val="F15A28"/>
                </a:solidFill>
                <a:latin typeface="RobotoMono-Regular"/>
              </a:rPr>
              <a:t>BEGIN TRANSACTION;</a:t>
            </a:r>
          </a:p>
          <a:p>
            <a:pPr marL="502920" lvl="1" indent="0">
              <a:buNone/>
            </a:pPr>
            <a:r>
              <a:rPr lang="pl-PL" sz="1600" b="0" i="1" u="none" strike="noStrike" baseline="0" dirty="0">
                <a:solidFill>
                  <a:srgbClr val="F15A28"/>
                </a:solidFill>
                <a:latin typeface="RobotoMono-Italic"/>
              </a:rPr>
              <a:t>INSERT </a:t>
            </a:r>
            <a:r>
              <a:rPr lang="pl-PL" sz="1600" b="0" i="1" u="none" strike="noStrike" baseline="0" dirty="0">
                <a:solidFill>
                  <a:srgbClr val="0070C0"/>
                </a:solidFill>
                <a:latin typeface="RobotoMono-Italic"/>
              </a:rPr>
              <a:t>&lt;</a:t>
            </a:r>
            <a:r>
              <a:rPr lang="pl-PL" sz="1600" b="0" i="1" u="none" strike="noStrike" baseline="0" dirty="0" err="1">
                <a:solidFill>
                  <a:srgbClr val="0070C0"/>
                </a:solidFill>
                <a:latin typeface="RobotoMono-Italic"/>
              </a:rPr>
              <a:t>Something</a:t>
            </a:r>
            <a:r>
              <a:rPr lang="pl-PL" sz="1600" b="0" i="1" u="none" strike="noStrike" baseline="0" dirty="0">
                <a:solidFill>
                  <a:srgbClr val="0070C0"/>
                </a:solidFill>
                <a:latin typeface="RobotoMono-Italic"/>
              </a:rPr>
              <a:t>&gt;</a:t>
            </a:r>
            <a:r>
              <a:rPr lang="pl-PL" sz="1600" b="0" i="0" u="none" strike="noStrike" baseline="0" dirty="0">
                <a:solidFill>
                  <a:srgbClr val="F15A28"/>
                </a:solidFill>
                <a:latin typeface="RobotoMono-Regular"/>
              </a:rPr>
              <a:t>;</a:t>
            </a:r>
          </a:p>
          <a:p>
            <a:pPr marL="502920" lvl="1" indent="0">
              <a:buNone/>
            </a:pPr>
            <a:r>
              <a:rPr lang="pl-PL" sz="1600" b="0" i="1" u="none" strike="noStrike" baseline="0" dirty="0">
                <a:solidFill>
                  <a:srgbClr val="F15A28"/>
                </a:solidFill>
                <a:latin typeface="RobotoMono-Italic"/>
              </a:rPr>
              <a:t>UPDATE </a:t>
            </a:r>
            <a:r>
              <a:rPr lang="pl-PL" sz="1600" b="0" i="1" u="none" strike="noStrike" baseline="0" dirty="0">
                <a:solidFill>
                  <a:srgbClr val="0070C0"/>
                </a:solidFill>
                <a:latin typeface="RobotoMono-Italic"/>
              </a:rPr>
              <a:t>&lt;</a:t>
            </a:r>
            <a:r>
              <a:rPr lang="pl-PL" sz="1600" b="0" i="1" u="none" strike="noStrike" baseline="0" dirty="0" err="1">
                <a:solidFill>
                  <a:srgbClr val="0070C0"/>
                </a:solidFill>
                <a:latin typeface="RobotoMono-Italic"/>
              </a:rPr>
              <a:t>Something</a:t>
            </a:r>
            <a:r>
              <a:rPr lang="pl-PL" sz="1600" b="0" i="1" u="none" strike="noStrike" baseline="0" dirty="0">
                <a:solidFill>
                  <a:srgbClr val="0070C0"/>
                </a:solidFill>
                <a:latin typeface="RobotoMono-Italic"/>
              </a:rPr>
              <a:t>&gt;</a:t>
            </a:r>
            <a:r>
              <a:rPr lang="pl-PL" sz="1600" b="0" i="0" u="none" strike="noStrike" baseline="0" dirty="0">
                <a:solidFill>
                  <a:srgbClr val="F15A28"/>
                </a:solidFill>
                <a:latin typeface="RobotoMono-Regular"/>
              </a:rPr>
              <a:t>;</a:t>
            </a:r>
          </a:p>
          <a:p>
            <a:pPr marL="502920" lvl="1" indent="0">
              <a:buNone/>
            </a:pPr>
            <a:r>
              <a:rPr lang="pl-PL" sz="1600" b="0" i="1" u="none" strike="noStrike" baseline="0" dirty="0">
                <a:solidFill>
                  <a:srgbClr val="F15A28"/>
                </a:solidFill>
                <a:latin typeface="RobotoMono-Italic"/>
              </a:rPr>
              <a:t>DELETE </a:t>
            </a:r>
            <a:r>
              <a:rPr lang="pl-PL" sz="1600" b="0" i="1" u="none" strike="noStrike" baseline="0" dirty="0">
                <a:solidFill>
                  <a:srgbClr val="0070C0"/>
                </a:solidFill>
                <a:latin typeface="RobotoMono-Italic"/>
              </a:rPr>
              <a:t>&lt;</a:t>
            </a:r>
            <a:r>
              <a:rPr lang="pl-PL" sz="1600" b="0" i="1" u="none" strike="noStrike" baseline="0" dirty="0" err="1">
                <a:solidFill>
                  <a:srgbClr val="0070C0"/>
                </a:solidFill>
                <a:latin typeface="RobotoMono-Italic"/>
              </a:rPr>
              <a:t>Something</a:t>
            </a:r>
            <a:r>
              <a:rPr lang="pl-PL" sz="1600" b="0" i="1" u="none" strike="noStrike" baseline="0" dirty="0">
                <a:solidFill>
                  <a:srgbClr val="0070C0"/>
                </a:solidFill>
                <a:latin typeface="RobotoMono-Italic"/>
              </a:rPr>
              <a:t>&gt;</a:t>
            </a:r>
            <a:r>
              <a:rPr lang="pl-PL" sz="1600" b="0" i="0" u="none" strike="noStrike" baseline="0" dirty="0">
                <a:solidFill>
                  <a:srgbClr val="F15A28"/>
                </a:solidFill>
                <a:latin typeface="RobotoMono-Regular"/>
              </a:rPr>
              <a:t>;</a:t>
            </a:r>
          </a:p>
          <a:p>
            <a:pPr marL="502920" lvl="1" indent="0">
              <a:buNone/>
            </a:pPr>
            <a:endParaRPr lang="pl-PL" sz="1600" b="0" i="0" u="none" strike="noStrike" baseline="0" dirty="0">
              <a:solidFill>
                <a:srgbClr val="F15A28"/>
              </a:solidFill>
              <a:latin typeface="RobotoMono-Regular"/>
            </a:endParaRPr>
          </a:p>
          <a:p>
            <a:pPr marL="502920" lvl="1" indent="0">
              <a:buNone/>
            </a:pPr>
            <a:r>
              <a:rPr lang="pl-PL" sz="1600" b="0" i="0" u="none" strike="noStrike" baseline="0" dirty="0">
                <a:solidFill>
                  <a:srgbClr val="F15A28"/>
                </a:solidFill>
                <a:latin typeface="RobotoMono-Regular"/>
              </a:rPr>
              <a:t>IF </a:t>
            </a:r>
            <a:r>
              <a:rPr lang="pl-PL" sz="1600" b="0" i="0" u="none" strike="noStrike" baseline="0" dirty="0">
                <a:solidFill>
                  <a:srgbClr val="0070C0"/>
                </a:solidFill>
                <a:latin typeface="RobotoMono-Regular"/>
              </a:rPr>
              <a:t>&lt;</a:t>
            </a:r>
            <a:r>
              <a:rPr lang="pl-PL" sz="1600" b="0" i="1" u="none" strike="noStrike" baseline="0" dirty="0" err="1">
                <a:solidFill>
                  <a:srgbClr val="0070C0"/>
                </a:solidFill>
                <a:latin typeface="RobotoMono-Italic"/>
              </a:rPr>
              <a:t>Condition</a:t>
            </a:r>
            <a:r>
              <a:rPr lang="pl-PL" sz="1600" b="0" i="0" u="none" strike="noStrike" baseline="0" dirty="0">
                <a:solidFill>
                  <a:srgbClr val="0070C0"/>
                </a:solidFill>
                <a:latin typeface="RobotoMono-Regular"/>
              </a:rPr>
              <a:t>&gt;</a:t>
            </a:r>
          </a:p>
          <a:p>
            <a:pPr marL="502920" lvl="1" indent="0">
              <a:buNone/>
            </a:pPr>
            <a:r>
              <a:rPr lang="pl-PL" sz="1600" b="0" i="0" u="none" strike="noStrike" baseline="0">
                <a:solidFill>
                  <a:srgbClr val="F15A28"/>
                </a:solidFill>
                <a:latin typeface="RobotoMono-Regular"/>
              </a:rPr>
              <a:t>ROLLBACK TRANSACTION</a:t>
            </a:r>
            <a:endParaRPr lang="pl-PL" sz="1600" b="0" i="0" u="none" strike="noStrike" baseline="0" dirty="0">
              <a:solidFill>
                <a:srgbClr val="F15A28"/>
              </a:solidFill>
              <a:latin typeface="RobotoMono-Regular"/>
            </a:endParaRPr>
          </a:p>
          <a:p>
            <a:pPr marL="502920" lvl="1" indent="0">
              <a:buNone/>
            </a:pPr>
            <a:r>
              <a:rPr lang="pl-PL" sz="1600" b="0" i="0" u="none" strike="noStrike" baseline="0" dirty="0">
                <a:solidFill>
                  <a:srgbClr val="F15A28"/>
                </a:solidFill>
                <a:latin typeface="RobotoMono-Regular"/>
              </a:rPr>
              <a:t>ELSE COMMIT TRANSACTION;</a:t>
            </a:r>
          </a:p>
          <a:p>
            <a:pPr marL="0" indent="0" algn="l">
              <a:buNone/>
            </a:pPr>
            <a:r>
              <a:rPr lang="pl-PL" sz="1800" b="0" i="0" u="none" strike="noStrike" baseline="0" dirty="0">
                <a:solidFill>
                  <a:srgbClr val="F15A28"/>
                </a:solidFill>
                <a:latin typeface="RobotoMono-Regular"/>
              </a:rPr>
              <a:t>END IF;</a:t>
            </a:r>
            <a:endParaRPr lang="pl-PL" sz="1800" dirty="0">
              <a:solidFill>
                <a:srgbClr val="F15A28"/>
              </a:solidFill>
              <a:latin typeface="RobotoMono-Regular"/>
            </a:endParaRPr>
          </a:p>
        </p:txBody>
      </p:sp>
    </p:spTree>
    <p:extLst>
      <p:ext uri="{BB962C8B-B14F-4D97-AF65-F5344CB8AC3E}">
        <p14:creationId xmlns:p14="http://schemas.microsoft.com/office/powerpoint/2010/main" val="1679652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Transakcja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D8E9BBF-A55D-4C50-9C86-D226AA6FC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pl-PL" sz="2800" b="1" i="0" u="none" strike="noStrike" baseline="0" dirty="0">
                <a:solidFill>
                  <a:srgbClr val="F15A28"/>
                </a:solidFill>
                <a:latin typeface="RobotoMono-Regular"/>
              </a:rPr>
              <a:t>Transakcja </a:t>
            </a:r>
          </a:p>
          <a:p>
            <a:pPr marL="0" indent="0" algn="ctr">
              <a:buNone/>
            </a:pPr>
            <a:r>
              <a:rPr lang="pl-PL" sz="2800" b="1" i="0" u="none" strike="noStrike" baseline="0" dirty="0">
                <a:solidFill>
                  <a:srgbClr val="F15A28"/>
                </a:solidFill>
                <a:latin typeface="RobotoMono-Regular"/>
              </a:rPr>
              <a:t>symbolizuje </a:t>
            </a:r>
            <a:r>
              <a:rPr lang="pl-PL" sz="2800" b="1" i="0" u="none" strike="noStrike" baseline="0" dirty="0">
                <a:solidFill>
                  <a:srgbClr val="0070C0"/>
                </a:solidFill>
                <a:latin typeface="RobotoMono-Regular"/>
              </a:rPr>
              <a:t>jednostkę pracy </a:t>
            </a:r>
          </a:p>
          <a:p>
            <a:pPr marL="0" indent="0" algn="ctr">
              <a:buNone/>
            </a:pPr>
            <a:r>
              <a:rPr lang="pl-PL" sz="2800" b="1" i="0" u="none" strike="noStrike" baseline="0" dirty="0">
                <a:solidFill>
                  <a:srgbClr val="F15A28"/>
                </a:solidFill>
                <a:latin typeface="RobotoMono-Regular"/>
              </a:rPr>
              <a:t>wykonaną</a:t>
            </a:r>
          </a:p>
          <a:p>
            <a:pPr marL="0" indent="0" algn="ctr">
              <a:buNone/>
            </a:pPr>
            <a:r>
              <a:rPr lang="pl-PL" sz="2800" b="1" i="0" u="none" strike="noStrike" baseline="0" dirty="0">
                <a:solidFill>
                  <a:srgbClr val="F15A28"/>
                </a:solidFill>
                <a:latin typeface="RobotoMono-Regular"/>
              </a:rPr>
              <a:t>w </a:t>
            </a:r>
          </a:p>
          <a:p>
            <a:pPr marL="0" indent="0" algn="ctr">
              <a:buNone/>
            </a:pPr>
            <a:r>
              <a:rPr lang="pl-PL" sz="2800" b="1" i="0" u="none" strike="noStrike" baseline="0" dirty="0">
                <a:solidFill>
                  <a:srgbClr val="0070C0"/>
                </a:solidFill>
                <a:latin typeface="RobotoMono-Regular"/>
              </a:rPr>
              <a:t>ramach systemu zarządzania bazą danych</a:t>
            </a:r>
          </a:p>
          <a:p>
            <a:pPr marL="0" indent="0" algn="ctr">
              <a:buNone/>
            </a:pPr>
            <a:r>
              <a:rPr lang="pl-PL" sz="2800" b="1" i="0" u="none" strike="noStrike" baseline="0" dirty="0">
                <a:solidFill>
                  <a:srgbClr val="F15A28"/>
                </a:solidFill>
                <a:latin typeface="RobotoMono-Regular"/>
              </a:rPr>
              <a:t>i traktowana </a:t>
            </a:r>
          </a:p>
          <a:p>
            <a:pPr marL="0" indent="0" algn="ctr">
              <a:buNone/>
            </a:pPr>
            <a:r>
              <a:rPr lang="pl-PL" sz="2800" b="1" i="0" u="none" strike="noStrike" baseline="0" dirty="0">
                <a:solidFill>
                  <a:srgbClr val="F15A28"/>
                </a:solidFill>
                <a:latin typeface="RobotoMono-Regular"/>
              </a:rPr>
              <a:t>w </a:t>
            </a:r>
          </a:p>
          <a:p>
            <a:pPr marL="0" indent="0" algn="ctr">
              <a:buNone/>
            </a:pPr>
            <a:r>
              <a:rPr lang="pl-PL" sz="2800" b="1" i="0" u="none" strike="noStrike" baseline="0" dirty="0">
                <a:solidFill>
                  <a:srgbClr val="0070C0"/>
                </a:solidFill>
                <a:latin typeface="RobotoMono-Regular"/>
              </a:rPr>
              <a:t>spójny i niezawodny sposób</a:t>
            </a:r>
          </a:p>
          <a:p>
            <a:pPr marL="0" indent="0" algn="ctr">
              <a:buNone/>
            </a:pPr>
            <a:r>
              <a:rPr lang="pl-PL" sz="2800" b="1" i="0" u="none" strike="noStrike" baseline="0" dirty="0">
                <a:solidFill>
                  <a:srgbClr val="0070C0"/>
                </a:solidFill>
                <a:latin typeface="RobotoMono-Regular"/>
              </a:rPr>
              <a:t>niezależnie</a:t>
            </a:r>
            <a:r>
              <a:rPr lang="pl-PL" sz="2800" b="1" i="0" u="none" strike="noStrike" baseline="0" dirty="0">
                <a:solidFill>
                  <a:srgbClr val="F15A28"/>
                </a:solidFill>
                <a:latin typeface="RobotoMono-Regular"/>
              </a:rPr>
              <a:t> </a:t>
            </a:r>
          </a:p>
          <a:p>
            <a:pPr marL="0" indent="0" algn="ctr">
              <a:buNone/>
            </a:pPr>
            <a:r>
              <a:rPr lang="pl-PL" sz="2800" b="1" i="0" u="none" strike="noStrike" baseline="0" dirty="0">
                <a:solidFill>
                  <a:srgbClr val="F15A28"/>
                </a:solidFill>
                <a:latin typeface="RobotoMono-Regular"/>
              </a:rPr>
              <a:t>od innych transakcji</a:t>
            </a:r>
            <a:endParaRPr lang="pl-PL" sz="2800" dirty="0">
              <a:solidFill>
                <a:schemeClr val="tx1"/>
              </a:solidFill>
              <a:latin typeface="RobotoMono-Regular"/>
            </a:endParaRPr>
          </a:p>
        </p:txBody>
      </p:sp>
    </p:spTree>
    <p:extLst>
      <p:ext uri="{BB962C8B-B14F-4D97-AF65-F5344CB8AC3E}">
        <p14:creationId xmlns:p14="http://schemas.microsoft.com/office/powerpoint/2010/main" val="2814867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ACID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D8E9BBF-A55D-4C50-9C86-D226AA6FC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/>
          <a:lstStyle/>
          <a:p>
            <a:r>
              <a:rPr lang="pl-PL" sz="1800" b="1" i="0" u="none" strike="noStrike" baseline="0" dirty="0">
                <a:solidFill>
                  <a:srgbClr val="F15A28"/>
                </a:solidFill>
                <a:latin typeface="RobotoMono-Regular"/>
              </a:rPr>
              <a:t>ATOMICITY</a:t>
            </a:r>
            <a:r>
              <a:rPr lang="pl-PL" sz="1800" b="0" i="0" u="none" strike="noStrike" baseline="0" dirty="0">
                <a:solidFill>
                  <a:srgbClr val="F15A28"/>
                </a:solidFill>
                <a:latin typeface="RobotoMono-Regular"/>
              </a:rPr>
              <a:t> – </a:t>
            </a:r>
            <a:r>
              <a:rPr lang="pl-PL" sz="1800" b="0" i="0" u="none" strike="noStrike" baseline="0" dirty="0">
                <a:solidFill>
                  <a:srgbClr val="0070C0"/>
                </a:solidFill>
                <a:latin typeface="RobotoMono-Regular"/>
              </a:rPr>
              <a:t>atomowość</a:t>
            </a:r>
            <a:r>
              <a:rPr lang="pl-PL" sz="1800" b="0" i="0" u="none" strike="noStrike" baseline="0" dirty="0">
                <a:solidFill>
                  <a:srgbClr val="F15A28"/>
                </a:solidFill>
                <a:latin typeface="RobotoMono-Regular"/>
              </a:rPr>
              <a:t> </a:t>
            </a:r>
            <a:r>
              <a:rPr lang="pl-PL" sz="1800" b="0" i="0" u="none" strike="noStrike" baseline="0" dirty="0">
                <a:solidFill>
                  <a:schemeClr val="tx1"/>
                </a:solidFill>
                <a:latin typeface="RobotoMono-Regular"/>
              </a:rPr>
              <a:t>- Niepodzielna i nieredukowalna seria operacji na bazie danych</a:t>
            </a:r>
          </a:p>
          <a:p>
            <a:endParaRPr lang="pl-PL" sz="1800" b="0" i="0" u="none" strike="noStrike" baseline="0" dirty="0">
              <a:solidFill>
                <a:schemeClr val="tx1"/>
              </a:solidFill>
              <a:latin typeface="RobotoMono-Regular"/>
            </a:endParaRPr>
          </a:p>
          <a:p>
            <a:r>
              <a:rPr lang="pl-PL" sz="1800" b="1" dirty="0">
                <a:solidFill>
                  <a:srgbClr val="F15A28"/>
                </a:solidFill>
                <a:latin typeface="RobotoMono-Regular"/>
              </a:rPr>
              <a:t>CONSISTENCY</a:t>
            </a:r>
            <a:r>
              <a:rPr lang="pl-PL" sz="1800" dirty="0">
                <a:solidFill>
                  <a:srgbClr val="F15A28"/>
                </a:solidFill>
                <a:latin typeface="RobotoMono-Regular"/>
              </a:rPr>
              <a:t> – </a:t>
            </a:r>
            <a:r>
              <a:rPr lang="pl-PL" sz="1800" dirty="0">
                <a:solidFill>
                  <a:srgbClr val="0070C0"/>
                </a:solidFill>
                <a:latin typeface="RobotoMono-Regular"/>
              </a:rPr>
              <a:t>spójność</a:t>
            </a:r>
            <a:r>
              <a:rPr lang="pl-PL" sz="1800" dirty="0">
                <a:solidFill>
                  <a:srgbClr val="F15A28"/>
                </a:solidFill>
                <a:latin typeface="RobotoMono-Regular"/>
              </a:rPr>
              <a:t> - </a:t>
            </a:r>
            <a:r>
              <a:rPr lang="pl-PL" sz="1800" dirty="0">
                <a:solidFill>
                  <a:schemeClr val="tx1"/>
                </a:solidFill>
                <a:latin typeface="RobotoMono-Regular"/>
              </a:rPr>
              <a:t>Zmiany w bazie danych dozwolone z jednego ważnego stanu do drugiego</a:t>
            </a:r>
          </a:p>
          <a:p>
            <a:endParaRPr lang="pl-PL" sz="1800" dirty="0">
              <a:solidFill>
                <a:schemeClr val="tx1"/>
              </a:solidFill>
              <a:latin typeface="RobotoMono-Regular"/>
            </a:endParaRPr>
          </a:p>
          <a:p>
            <a:r>
              <a:rPr lang="pl-PL" sz="1800" b="1" dirty="0">
                <a:solidFill>
                  <a:srgbClr val="F15A28"/>
                </a:solidFill>
                <a:latin typeface="RobotoMono-Regular"/>
              </a:rPr>
              <a:t>ISOLATION</a:t>
            </a:r>
            <a:r>
              <a:rPr lang="pl-PL" sz="1800" dirty="0">
                <a:solidFill>
                  <a:srgbClr val="F15A28"/>
                </a:solidFill>
                <a:latin typeface="RobotoMono-Regular"/>
              </a:rPr>
              <a:t> – </a:t>
            </a:r>
            <a:r>
              <a:rPr lang="pl-PL" sz="1800" dirty="0">
                <a:solidFill>
                  <a:srgbClr val="0070C0"/>
                </a:solidFill>
                <a:latin typeface="RobotoMono-Regular"/>
              </a:rPr>
              <a:t>izolacja</a:t>
            </a:r>
            <a:r>
              <a:rPr lang="pl-PL" sz="1800" dirty="0">
                <a:solidFill>
                  <a:srgbClr val="F15A28"/>
                </a:solidFill>
                <a:latin typeface="RobotoMono-Regular"/>
              </a:rPr>
              <a:t> </a:t>
            </a:r>
            <a:r>
              <a:rPr lang="pl-PL" sz="1800" dirty="0">
                <a:solidFill>
                  <a:schemeClr val="tx1"/>
                </a:solidFill>
                <a:latin typeface="RobotoMono-Regular"/>
              </a:rPr>
              <a:t>- Kiedy i w jaki sposób zmiany stają się widoczne dla innych</a:t>
            </a:r>
          </a:p>
          <a:p>
            <a:endParaRPr lang="pl-PL" sz="1800" dirty="0">
              <a:solidFill>
                <a:schemeClr val="tx1"/>
              </a:solidFill>
              <a:latin typeface="RobotoMono-Regular"/>
            </a:endParaRPr>
          </a:p>
          <a:p>
            <a:r>
              <a:rPr lang="pl-PL" sz="1800" b="1" dirty="0">
                <a:solidFill>
                  <a:srgbClr val="F15A28"/>
                </a:solidFill>
                <a:latin typeface="RobotoMono-Regular"/>
              </a:rPr>
              <a:t>DURABILITY</a:t>
            </a:r>
            <a:r>
              <a:rPr lang="pl-PL" sz="1800" dirty="0">
                <a:solidFill>
                  <a:srgbClr val="F15A28"/>
                </a:solidFill>
                <a:latin typeface="RobotoMono-Regular"/>
              </a:rPr>
              <a:t> – </a:t>
            </a:r>
            <a:r>
              <a:rPr lang="pl-PL" sz="1800" dirty="0">
                <a:solidFill>
                  <a:srgbClr val="0070C0"/>
                </a:solidFill>
                <a:latin typeface="RobotoMono-Regular"/>
              </a:rPr>
              <a:t>trwałość</a:t>
            </a:r>
            <a:r>
              <a:rPr lang="pl-PL" sz="1800" dirty="0">
                <a:solidFill>
                  <a:srgbClr val="F15A28"/>
                </a:solidFill>
                <a:latin typeface="RobotoMono-Regular"/>
              </a:rPr>
              <a:t> </a:t>
            </a:r>
            <a:r>
              <a:rPr lang="pl-PL" sz="1800" dirty="0">
                <a:solidFill>
                  <a:schemeClr val="tx1"/>
                </a:solidFill>
                <a:latin typeface="RobotoMono-Regular"/>
              </a:rPr>
              <a:t>- Zatwierdzone zmiany przetrwają na stałe</a:t>
            </a:r>
          </a:p>
        </p:txBody>
      </p:sp>
    </p:spTree>
    <p:extLst>
      <p:ext uri="{BB962C8B-B14F-4D97-AF65-F5344CB8AC3E}">
        <p14:creationId xmlns:p14="http://schemas.microsoft.com/office/powerpoint/2010/main" val="12822332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Lost Update</a:t>
            </a:r>
          </a:p>
        </p:txBody>
      </p:sp>
      <p:graphicFrame>
        <p:nvGraphicFramePr>
          <p:cNvPr id="4" name="Symbol zastępczy zawartości 3">
            <a:extLst>
              <a:ext uri="{FF2B5EF4-FFF2-40B4-BE49-F238E27FC236}">
                <a16:creationId xmlns:a16="http://schemas.microsoft.com/office/drawing/2014/main" id="{828BD745-70E1-6BC8-79EF-B5C49020C4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7263657"/>
              </p:ext>
            </p:extLst>
          </p:nvPr>
        </p:nvGraphicFramePr>
        <p:xfrm>
          <a:off x="3868738" y="863600"/>
          <a:ext cx="7315200" cy="348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3212469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518631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l-PL" dirty="0" err="1"/>
                        <a:t>Transaction</a:t>
                      </a:r>
                      <a:r>
                        <a:rPr lang="pl-PL" dirty="0"/>
                        <a:t>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err="1"/>
                        <a:t>Transaction</a:t>
                      </a:r>
                      <a:r>
                        <a:rPr lang="pl-PL" dirty="0"/>
                        <a:t>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547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RobotoMono-Regular"/>
                          <a:ea typeface="+mn-ea"/>
                          <a:cs typeface="+mn-cs"/>
                        </a:rPr>
                        <a:t>BEGIN TRANSACTION;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RobotoMono-Regular"/>
                          <a:ea typeface="+mn-ea"/>
                          <a:cs typeface="+mn-cs"/>
                        </a:rPr>
                        <a:t>BEGIN TRANSACTION;</a:t>
                      </a:r>
                    </a:p>
                    <a:p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293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+mn-lt"/>
                          <a:ea typeface="+mn-ea"/>
                          <a:cs typeface="+mn-cs"/>
                        </a:rPr>
                        <a:t>UPDATE</a:t>
                      </a:r>
                      <a:r>
                        <a:rPr lang="pl-PL" dirty="0"/>
                        <a:t> </a:t>
                      </a:r>
                      <a:r>
                        <a:rPr lang="pl-PL" dirty="0" err="1"/>
                        <a:t>Employees</a:t>
                      </a:r>
                      <a:endParaRPr lang="pl-PL" dirty="0"/>
                    </a:p>
                    <a:p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+mn-lt"/>
                          <a:ea typeface="+mn-ea"/>
                          <a:cs typeface="+mn-cs"/>
                        </a:rPr>
                        <a:t>SET</a:t>
                      </a:r>
                      <a:r>
                        <a:rPr lang="pl-PL" dirty="0"/>
                        <a:t> </a:t>
                      </a:r>
                      <a:r>
                        <a:rPr lang="pl-PL" dirty="0" err="1"/>
                        <a:t>salary</a:t>
                      </a:r>
                      <a:r>
                        <a:rPr lang="pl-PL" dirty="0"/>
                        <a:t> = 12000</a:t>
                      </a:r>
                    </a:p>
                    <a:p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+mn-lt"/>
                          <a:ea typeface="+mn-ea"/>
                          <a:cs typeface="+mn-cs"/>
                        </a:rPr>
                        <a:t>WHERE</a:t>
                      </a:r>
                      <a:r>
                        <a:rPr lang="pl-PL" dirty="0"/>
                        <a:t> </a:t>
                      </a:r>
                      <a:r>
                        <a:rPr lang="pl-PL" dirty="0" err="1"/>
                        <a:t>employee_id</a:t>
                      </a:r>
                      <a:r>
                        <a:rPr lang="pl-PL" dirty="0"/>
                        <a:t> =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256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+mn-lt"/>
                          <a:ea typeface="+mn-ea"/>
                          <a:cs typeface="+mn-cs"/>
                        </a:rPr>
                        <a:t>UPDATE</a:t>
                      </a:r>
                      <a:r>
                        <a:rPr lang="pl-PL" dirty="0"/>
                        <a:t> </a:t>
                      </a:r>
                      <a:r>
                        <a:rPr lang="pl-PL" dirty="0" err="1"/>
                        <a:t>Employees</a:t>
                      </a:r>
                      <a:endParaRPr lang="pl-PL" dirty="0"/>
                    </a:p>
                    <a:p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+mn-lt"/>
                          <a:ea typeface="+mn-ea"/>
                          <a:cs typeface="+mn-cs"/>
                        </a:rPr>
                        <a:t>SET</a:t>
                      </a:r>
                      <a:r>
                        <a:rPr lang="pl-PL" dirty="0"/>
                        <a:t> </a:t>
                      </a:r>
                      <a:r>
                        <a:rPr lang="pl-PL" dirty="0" err="1"/>
                        <a:t>salary</a:t>
                      </a:r>
                      <a:r>
                        <a:rPr lang="pl-PL" dirty="0"/>
                        <a:t> = 7000</a:t>
                      </a:r>
                    </a:p>
                    <a:p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+mn-lt"/>
                          <a:ea typeface="+mn-ea"/>
                          <a:cs typeface="+mn-cs"/>
                        </a:rPr>
                        <a:t>WHERE</a:t>
                      </a:r>
                      <a:r>
                        <a:rPr lang="pl-PL" dirty="0"/>
                        <a:t> </a:t>
                      </a:r>
                      <a:r>
                        <a:rPr lang="pl-PL" dirty="0" err="1"/>
                        <a:t>employee_id</a:t>
                      </a:r>
                      <a:r>
                        <a:rPr lang="pl-PL" dirty="0"/>
                        <a:t> = 100</a:t>
                      </a:r>
                    </a:p>
                    <a:p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310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RobotoMono-Regular"/>
                          <a:ea typeface="+mn-ea"/>
                          <a:cs typeface="+mn-cs"/>
                        </a:rPr>
                        <a:t>COMMIT;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RobotoMono-Regular"/>
                          <a:ea typeface="+mn-ea"/>
                          <a:cs typeface="+mn-cs"/>
                        </a:rPr>
                        <a:t>COMMIT;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6164988"/>
                  </a:ext>
                </a:extLst>
              </a:tr>
            </a:tbl>
          </a:graphicData>
        </a:graphic>
      </p:graphicFrame>
      <p:pic>
        <p:nvPicPr>
          <p:cNvPr id="6" name="Grafika 5" descr="Brak znaku z wypełnieniem pełnym">
            <a:extLst>
              <a:ext uri="{FF2B5EF4-FFF2-40B4-BE49-F238E27FC236}">
                <a16:creationId xmlns:a16="http://schemas.microsoft.com/office/drawing/2014/main" id="{F358BF21-F791-CF4E-EAC4-F6C611A5A6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66944" y="4620768"/>
            <a:ext cx="1441704" cy="1441704"/>
          </a:xfrm>
          <a:prstGeom prst="rect">
            <a:avLst/>
          </a:prstGeom>
        </p:spPr>
      </p:pic>
      <p:pic>
        <p:nvPicPr>
          <p:cNvPr id="8" name="Grafika 7" descr="Znacznik wyboru z wypełnieniem pełnym">
            <a:extLst>
              <a:ext uri="{FF2B5EF4-FFF2-40B4-BE49-F238E27FC236}">
                <a16:creationId xmlns:a16="http://schemas.microsoft.com/office/drawing/2014/main" id="{A5D2BEF2-AC22-5A92-9929-7B8DE6FE2D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38032" y="4820412"/>
            <a:ext cx="1109980" cy="1109980"/>
          </a:xfrm>
          <a:prstGeom prst="rect">
            <a:avLst/>
          </a:prstGeom>
        </p:spPr>
      </p:pic>
      <p:sp>
        <p:nvSpPr>
          <p:cNvPr id="10" name="pole tekstowe 9">
            <a:extLst>
              <a:ext uri="{FF2B5EF4-FFF2-40B4-BE49-F238E27FC236}">
                <a16:creationId xmlns:a16="http://schemas.microsoft.com/office/drawing/2014/main" id="{70D2E74A-3C71-13AC-5FFC-21F1471B22AC}"/>
              </a:ext>
            </a:extLst>
          </p:cNvPr>
          <p:cNvSpPr txBox="1"/>
          <p:nvPr/>
        </p:nvSpPr>
        <p:spPr>
          <a:xfrm>
            <a:off x="5033074" y="6334760"/>
            <a:ext cx="51899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dirty="0"/>
              <a:t>W żadnej bazie danych to na szczęście niemożliwe</a:t>
            </a:r>
          </a:p>
        </p:txBody>
      </p:sp>
    </p:spTree>
    <p:extLst>
      <p:ext uri="{BB962C8B-B14F-4D97-AF65-F5344CB8AC3E}">
        <p14:creationId xmlns:p14="http://schemas.microsoft.com/office/powerpoint/2010/main" val="3057996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Dirty</a:t>
            </a:r>
            <a:r>
              <a:rPr lang="pl-PL" dirty="0"/>
              <a:t> Read</a:t>
            </a:r>
          </a:p>
        </p:txBody>
      </p:sp>
      <p:graphicFrame>
        <p:nvGraphicFramePr>
          <p:cNvPr id="4" name="Symbol zastępczy zawartości 3">
            <a:extLst>
              <a:ext uri="{FF2B5EF4-FFF2-40B4-BE49-F238E27FC236}">
                <a16:creationId xmlns:a16="http://schemas.microsoft.com/office/drawing/2014/main" id="{828BD745-70E1-6BC8-79EF-B5C49020C4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0347294"/>
              </p:ext>
            </p:extLst>
          </p:nvPr>
        </p:nvGraphicFramePr>
        <p:xfrm>
          <a:off x="3823018" y="2079752"/>
          <a:ext cx="7315200" cy="385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3212469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518631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l-PL" dirty="0" err="1"/>
                        <a:t>Transaction</a:t>
                      </a:r>
                      <a:r>
                        <a:rPr lang="pl-PL" dirty="0"/>
                        <a:t>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err="1"/>
                        <a:t>Transaction</a:t>
                      </a:r>
                      <a:r>
                        <a:rPr lang="pl-PL" dirty="0"/>
                        <a:t>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547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RobotoMono-Regular"/>
                          <a:ea typeface="+mn-ea"/>
                          <a:cs typeface="+mn-cs"/>
                        </a:rPr>
                        <a:t>BEGIN TRANSACTION;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RobotoMono-Regular"/>
                          <a:ea typeface="+mn-ea"/>
                          <a:cs typeface="+mn-cs"/>
                        </a:rPr>
                        <a:t>BEGIN TRANSACTION;</a:t>
                      </a:r>
                    </a:p>
                    <a:p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293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+mn-lt"/>
                          <a:ea typeface="+mn-ea"/>
                          <a:cs typeface="+mn-cs"/>
                        </a:rPr>
                        <a:t>UPDATE</a:t>
                      </a:r>
                      <a:r>
                        <a:rPr lang="pl-PL" dirty="0"/>
                        <a:t> </a:t>
                      </a:r>
                      <a:r>
                        <a:rPr lang="pl-PL" dirty="0" err="1"/>
                        <a:t>Employees</a:t>
                      </a:r>
                      <a:endParaRPr lang="pl-PL" dirty="0"/>
                    </a:p>
                    <a:p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+mn-lt"/>
                          <a:ea typeface="+mn-ea"/>
                          <a:cs typeface="+mn-cs"/>
                        </a:rPr>
                        <a:t>SET</a:t>
                      </a:r>
                      <a:r>
                        <a:rPr lang="pl-PL" dirty="0"/>
                        <a:t> </a:t>
                      </a:r>
                      <a:r>
                        <a:rPr lang="pl-PL" dirty="0" err="1"/>
                        <a:t>salary</a:t>
                      </a:r>
                      <a:r>
                        <a:rPr lang="pl-PL" dirty="0"/>
                        <a:t> = 12000</a:t>
                      </a:r>
                    </a:p>
                    <a:p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+mn-lt"/>
                          <a:ea typeface="+mn-ea"/>
                          <a:cs typeface="+mn-cs"/>
                        </a:rPr>
                        <a:t>WHERE</a:t>
                      </a:r>
                      <a:r>
                        <a:rPr lang="pl-PL" dirty="0"/>
                        <a:t> </a:t>
                      </a:r>
                      <a:r>
                        <a:rPr lang="pl-PL" dirty="0" err="1"/>
                        <a:t>employee_id</a:t>
                      </a:r>
                      <a:r>
                        <a:rPr lang="pl-PL" dirty="0"/>
                        <a:t> =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256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+mn-lt"/>
                          <a:ea typeface="+mn-ea"/>
                          <a:cs typeface="+mn-cs"/>
                        </a:rPr>
                        <a:t>SELECT</a:t>
                      </a:r>
                      <a:r>
                        <a:rPr lang="pl-PL" dirty="0"/>
                        <a:t> *</a:t>
                      </a:r>
                    </a:p>
                    <a:p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+mn-lt"/>
                          <a:ea typeface="+mn-ea"/>
                          <a:cs typeface="+mn-cs"/>
                        </a:rPr>
                        <a:t>FROM</a:t>
                      </a:r>
                      <a:r>
                        <a:rPr lang="pl-PL" dirty="0"/>
                        <a:t> </a:t>
                      </a:r>
                      <a:r>
                        <a:rPr lang="pl-PL" dirty="0" err="1"/>
                        <a:t>Employees</a:t>
                      </a:r>
                      <a:endParaRPr lang="pl-PL" dirty="0"/>
                    </a:p>
                    <a:p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+mn-lt"/>
                          <a:ea typeface="+mn-ea"/>
                          <a:cs typeface="+mn-cs"/>
                        </a:rPr>
                        <a:t>WHERE</a:t>
                      </a:r>
                      <a:r>
                        <a:rPr lang="pl-PL" dirty="0"/>
                        <a:t> </a:t>
                      </a:r>
                      <a:r>
                        <a:rPr lang="pl-PL" dirty="0" err="1"/>
                        <a:t>employee_id</a:t>
                      </a:r>
                      <a:r>
                        <a:rPr lang="pl-PL" dirty="0"/>
                        <a:t> = 100</a:t>
                      </a:r>
                    </a:p>
                    <a:p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310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l-PL" sz="1800" b="1" kern="1200" dirty="0">
                        <a:solidFill>
                          <a:srgbClr val="F15A28"/>
                        </a:solidFill>
                        <a:latin typeface="RobotoMono-Regular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RobotoMono-Regular"/>
                          <a:ea typeface="+mn-ea"/>
                          <a:cs typeface="+mn-cs"/>
                        </a:rPr>
                        <a:t>COMMIT;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6164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RobotoMono-Regular"/>
                          <a:ea typeface="+mn-ea"/>
                          <a:cs typeface="+mn-cs"/>
                        </a:rPr>
                        <a:t>ROLLBACK;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sz="1800" b="1" kern="1200" dirty="0">
                        <a:solidFill>
                          <a:srgbClr val="F15A28"/>
                        </a:solidFill>
                        <a:latin typeface="RobotoMono-Regular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6344344"/>
                  </a:ext>
                </a:extLst>
              </a:tr>
            </a:tbl>
          </a:graphicData>
        </a:graphic>
      </p:graphicFrame>
      <p:sp>
        <p:nvSpPr>
          <p:cNvPr id="10" name="pole tekstowe 9">
            <a:extLst>
              <a:ext uri="{FF2B5EF4-FFF2-40B4-BE49-F238E27FC236}">
                <a16:creationId xmlns:a16="http://schemas.microsoft.com/office/drawing/2014/main" id="{70D2E74A-3C71-13AC-5FFC-21F1471B22AC}"/>
              </a:ext>
            </a:extLst>
          </p:cNvPr>
          <p:cNvSpPr txBox="1"/>
          <p:nvPr/>
        </p:nvSpPr>
        <p:spPr>
          <a:xfrm>
            <a:off x="3823018" y="754505"/>
            <a:ext cx="722293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600" b="1" dirty="0"/>
              <a:t>Odczyt danych zmienionych przez inną transakcję przed ich zatwierdzeniem.</a:t>
            </a:r>
          </a:p>
          <a:p>
            <a:endParaRPr lang="pl-PL" sz="1600" b="1" dirty="0"/>
          </a:p>
          <a:p>
            <a:r>
              <a:rPr lang="pl-PL" sz="1600" b="1" dirty="0"/>
              <a:t>W poniższym przykładzie Transakcja B czyta dane, które w zasadzie logicznie nigdy nie istniały w bazie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84A2EFD9-3E82-14FA-FC59-546AD41842CA}"/>
              </a:ext>
            </a:extLst>
          </p:cNvPr>
          <p:cNvSpPr txBox="1"/>
          <p:nvPr/>
        </p:nvSpPr>
        <p:spPr>
          <a:xfrm>
            <a:off x="3823018" y="6258943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600" b="1" dirty="0"/>
              <a:t>Nie występuje w </a:t>
            </a:r>
            <a:r>
              <a:rPr lang="pl-PL" sz="1600" b="1" dirty="0" err="1"/>
              <a:t>PostgreSQL</a:t>
            </a:r>
            <a:r>
              <a:rPr lang="pl-PL" sz="1600" b="1" dirty="0"/>
              <a:t>, ale na innych silnikach to możliwe (np. SQL Server)</a:t>
            </a:r>
          </a:p>
        </p:txBody>
      </p:sp>
    </p:spTree>
    <p:extLst>
      <p:ext uri="{BB962C8B-B14F-4D97-AF65-F5344CB8AC3E}">
        <p14:creationId xmlns:p14="http://schemas.microsoft.com/office/powerpoint/2010/main" val="27770718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Non-</a:t>
            </a:r>
            <a:r>
              <a:rPr lang="pl-PL" dirty="0" err="1"/>
              <a:t>repeatable</a:t>
            </a:r>
            <a:r>
              <a:rPr lang="pl-PL" dirty="0"/>
              <a:t> Read</a:t>
            </a:r>
          </a:p>
        </p:txBody>
      </p:sp>
      <p:graphicFrame>
        <p:nvGraphicFramePr>
          <p:cNvPr id="4" name="Symbol zastępczy zawartości 3">
            <a:extLst>
              <a:ext uri="{FF2B5EF4-FFF2-40B4-BE49-F238E27FC236}">
                <a16:creationId xmlns:a16="http://schemas.microsoft.com/office/drawing/2014/main" id="{828BD745-70E1-6BC8-79EF-B5C49020C4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4105623"/>
              </p:ext>
            </p:extLst>
          </p:nvPr>
        </p:nvGraphicFramePr>
        <p:xfrm>
          <a:off x="3823018" y="1429895"/>
          <a:ext cx="7315200" cy="439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3212469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518631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l-PL" dirty="0" err="1"/>
                        <a:t>Transaction</a:t>
                      </a:r>
                      <a:r>
                        <a:rPr lang="pl-PL" dirty="0"/>
                        <a:t>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err="1"/>
                        <a:t>Transaction</a:t>
                      </a:r>
                      <a:r>
                        <a:rPr lang="pl-PL" dirty="0"/>
                        <a:t>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547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RobotoMono-Regular"/>
                          <a:ea typeface="+mn-ea"/>
                          <a:cs typeface="+mn-cs"/>
                        </a:rPr>
                        <a:t>BEGIN TRANSACTION;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RobotoMono-Regular"/>
                          <a:ea typeface="+mn-ea"/>
                          <a:cs typeface="+mn-cs"/>
                        </a:rPr>
                        <a:t>BEGIN TRANSACTION;</a:t>
                      </a:r>
                    </a:p>
                    <a:p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293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+mn-lt"/>
                          <a:ea typeface="+mn-ea"/>
                          <a:cs typeface="+mn-cs"/>
                        </a:rPr>
                        <a:t>SELECT</a:t>
                      </a:r>
                      <a:r>
                        <a:rPr lang="pl-PL" dirty="0"/>
                        <a:t> *</a:t>
                      </a:r>
                    </a:p>
                    <a:p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+mn-lt"/>
                          <a:ea typeface="+mn-ea"/>
                          <a:cs typeface="+mn-cs"/>
                        </a:rPr>
                        <a:t>FROM</a:t>
                      </a:r>
                      <a:r>
                        <a:rPr lang="pl-PL" dirty="0"/>
                        <a:t> </a:t>
                      </a:r>
                      <a:r>
                        <a:rPr lang="pl-PL" dirty="0" err="1"/>
                        <a:t>Employees</a:t>
                      </a:r>
                      <a:endParaRPr lang="pl-PL" dirty="0"/>
                    </a:p>
                    <a:p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+mn-lt"/>
                          <a:ea typeface="+mn-ea"/>
                          <a:cs typeface="+mn-cs"/>
                        </a:rPr>
                        <a:t>WHERE</a:t>
                      </a:r>
                      <a:r>
                        <a:rPr lang="pl-PL" dirty="0"/>
                        <a:t> </a:t>
                      </a:r>
                      <a:r>
                        <a:rPr lang="pl-PL" dirty="0" err="1"/>
                        <a:t>employee_id</a:t>
                      </a:r>
                      <a:r>
                        <a:rPr lang="pl-PL" dirty="0"/>
                        <a:t> = 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256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+mn-lt"/>
                          <a:ea typeface="+mn-ea"/>
                          <a:cs typeface="+mn-cs"/>
                        </a:rPr>
                        <a:t>UPDATE</a:t>
                      </a:r>
                      <a:r>
                        <a:rPr lang="pl-PL" dirty="0"/>
                        <a:t> </a:t>
                      </a:r>
                      <a:r>
                        <a:rPr lang="pl-PL" dirty="0" err="1"/>
                        <a:t>Employees</a:t>
                      </a:r>
                      <a:endParaRPr lang="pl-PL" dirty="0"/>
                    </a:p>
                    <a:p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+mn-lt"/>
                          <a:ea typeface="+mn-ea"/>
                          <a:cs typeface="+mn-cs"/>
                        </a:rPr>
                        <a:t>SET</a:t>
                      </a:r>
                      <a:r>
                        <a:rPr lang="pl-PL" dirty="0"/>
                        <a:t> </a:t>
                      </a:r>
                      <a:r>
                        <a:rPr lang="pl-PL" dirty="0" err="1"/>
                        <a:t>salary</a:t>
                      </a:r>
                      <a:r>
                        <a:rPr lang="pl-PL" dirty="0"/>
                        <a:t> = 12000</a:t>
                      </a:r>
                    </a:p>
                    <a:p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+mn-lt"/>
                          <a:ea typeface="+mn-ea"/>
                          <a:cs typeface="+mn-cs"/>
                        </a:rPr>
                        <a:t>WHERE</a:t>
                      </a:r>
                      <a:r>
                        <a:rPr lang="pl-PL" dirty="0"/>
                        <a:t> </a:t>
                      </a:r>
                      <a:r>
                        <a:rPr lang="pl-PL" dirty="0" err="1"/>
                        <a:t>employee_id</a:t>
                      </a:r>
                      <a:r>
                        <a:rPr lang="pl-PL" dirty="0"/>
                        <a:t> =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dirty="0"/>
                    </a:p>
                    <a:p>
                      <a:endParaRPr lang="pl-PL" dirty="0"/>
                    </a:p>
                    <a:p>
                      <a:endParaRPr lang="pl-PL" dirty="0"/>
                    </a:p>
                    <a:p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310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RobotoMono-Regular"/>
                          <a:ea typeface="+mn-ea"/>
                          <a:cs typeface="+mn-cs"/>
                        </a:rPr>
                        <a:t>COMMIT;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sz="1800" b="1" kern="1200" dirty="0">
                        <a:solidFill>
                          <a:srgbClr val="F15A28"/>
                        </a:solidFill>
                        <a:latin typeface="RobotoMono-Regular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6164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l-PL" sz="1800" b="1" kern="1200" dirty="0">
                        <a:solidFill>
                          <a:srgbClr val="F15A28"/>
                        </a:solidFill>
                        <a:latin typeface="RobotoMono-Regular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+mn-lt"/>
                          <a:ea typeface="+mn-ea"/>
                          <a:cs typeface="+mn-cs"/>
                        </a:rPr>
                        <a:t>SELECT</a:t>
                      </a:r>
                      <a:r>
                        <a:rPr lang="pl-PL" dirty="0"/>
                        <a:t> *</a:t>
                      </a:r>
                    </a:p>
                    <a:p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+mn-lt"/>
                          <a:ea typeface="+mn-ea"/>
                          <a:cs typeface="+mn-cs"/>
                        </a:rPr>
                        <a:t>FROM</a:t>
                      </a:r>
                      <a:r>
                        <a:rPr lang="pl-PL" dirty="0"/>
                        <a:t> </a:t>
                      </a:r>
                      <a:r>
                        <a:rPr lang="pl-PL" dirty="0" err="1"/>
                        <a:t>Employees</a:t>
                      </a:r>
                      <a:endParaRPr lang="pl-PL" dirty="0"/>
                    </a:p>
                    <a:p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+mn-lt"/>
                          <a:ea typeface="+mn-ea"/>
                          <a:cs typeface="+mn-cs"/>
                        </a:rPr>
                        <a:t>WHERE</a:t>
                      </a:r>
                      <a:r>
                        <a:rPr lang="pl-PL" dirty="0"/>
                        <a:t> </a:t>
                      </a:r>
                      <a:r>
                        <a:rPr lang="pl-PL" dirty="0" err="1"/>
                        <a:t>employee_id</a:t>
                      </a:r>
                      <a:r>
                        <a:rPr lang="pl-PL" dirty="0"/>
                        <a:t> = 100</a:t>
                      </a:r>
                      <a:endParaRPr lang="pl-PL" sz="1800" b="1" kern="1200" dirty="0">
                        <a:solidFill>
                          <a:srgbClr val="F15A28"/>
                        </a:solidFill>
                        <a:latin typeface="RobotoMono-Regular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6344344"/>
                  </a:ext>
                </a:extLst>
              </a:tr>
            </a:tbl>
          </a:graphicData>
        </a:graphic>
      </p:graphicFrame>
      <p:sp>
        <p:nvSpPr>
          <p:cNvPr id="10" name="pole tekstowe 9">
            <a:extLst>
              <a:ext uri="{FF2B5EF4-FFF2-40B4-BE49-F238E27FC236}">
                <a16:creationId xmlns:a16="http://schemas.microsoft.com/office/drawing/2014/main" id="{70D2E74A-3C71-13AC-5FFC-21F1471B22AC}"/>
              </a:ext>
            </a:extLst>
          </p:cNvPr>
          <p:cNvSpPr txBox="1"/>
          <p:nvPr/>
        </p:nvSpPr>
        <p:spPr>
          <a:xfrm>
            <a:off x="3823018" y="754505"/>
            <a:ext cx="72229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600" b="1" dirty="0"/>
              <a:t>Transakcja nie może wielokrotnie odczytać spójnej wersji zasobu z powodu jednoczesnych zmian dokonanych przez inne transakcje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84A2EFD9-3E82-14FA-FC59-546AD41842CA}"/>
              </a:ext>
            </a:extLst>
          </p:cNvPr>
          <p:cNvSpPr txBox="1"/>
          <p:nvPr/>
        </p:nvSpPr>
        <p:spPr>
          <a:xfrm>
            <a:off x="3823018" y="6258943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600" b="1" dirty="0"/>
              <a:t>Transakcja B w obu odczytach ma w wyniku inne dane.</a:t>
            </a:r>
          </a:p>
        </p:txBody>
      </p:sp>
    </p:spTree>
    <p:extLst>
      <p:ext uri="{BB962C8B-B14F-4D97-AF65-F5344CB8AC3E}">
        <p14:creationId xmlns:p14="http://schemas.microsoft.com/office/powerpoint/2010/main" val="39839758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Phantom </a:t>
            </a:r>
            <a:r>
              <a:rPr lang="pl-PL" dirty="0" err="1"/>
              <a:t>Rows</a:t>
            </a:r>
            <a:endParaRPr lang="pl-PL" dirty="0"/>
          </a:p>
        </p:txBody>
      </p:sp>
      <p:graphicFrame>
        <p:nvGraphicFramePr>
          <p:cNvPr id="4" name="Symbol zastępczy zawartości 3">
            <a:extLst>
              <a:ext uri="{FF2B5EF4-FFF2-40B4-BE49-F238E27FC236}">
                <a16:creationId xmlns:a16="http://schemas.microsoft.com/office/drawing/2014/main" id="{828BD745-70E1-6BC8-79EF-B5C49020C4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4504524"/>
              </p:ext>
            </p:extLst>
          </p:nvPr>
        </p:nvGraphicFramePr>
        <p:xfrm>
          <a:off x="3823018" y="1429895"/>
          <a:ext cx="7315200" cy="439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3212469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518631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l-PL" dirty="0" err="1"/>
                        <a:t>Transaction</a:t>
                      </a:r>
                      <a:r>
                        <a:rPr lang="pl-PL" dirty="0"/>
                        <a:t>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err="1"/>
                        <a:t>Transaction</a:t>
                      </a:r>
                      <a:r>
                        <a:rPr lang="pl-PL" dirty="0"/>
                        <a:t>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547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RobotoMono-Regular"/>
                          <a:ea typeface="+mn-ea"/>
                          <a:cs typeface="+mn-cs"/>
                        </a:rPr>
                        <a:t>BEGIN TRANSACTION;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RobotoMono-Regular"/>
                          <a:ea typeface="+mn-ea"/>
                          <a:cs typeface="+mn-cs"/>
                        </a:rPr>
                        <a:t>BEGIN TRANSACTION;</a:t>
                      </a:r>
                    </a:p>
                    <a:p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293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+mn-lt"/>
                          <a:ea typeface="+mn-ea"/>
                          <a:cs typeface="+mn-cs"/>
                        </a:rPr>
                        <a:t>SELECT</a:t>
                      </a:r>
                      <a:r>
                        <a:rPr lang="pl-PL" dirty="0"/>
                        <a:t> </a:t>
                      </a:r>
                      <a:r>
                        <a:rPr lang="pl-PL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last_name</a:t>
                      </a:r>
                      <a:r>
                        <a:rPr lang="pl-PL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pl-PL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salary</a:t>
                      </a:r>
                      <a:endParaRPr lang="pl-PL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+mn-lt"/>
                          <a:ea typeface="+mn-ea"/>
                          <a:cs typeface="+mn-cs"/>
                        </a:rPr>
                        <a:t>FROM</a:t>
                      </a:r>
                      <a:r>
                        <a:rPr lang="pl-PL" dirty="0"/>
                        <a:t> </a:t>
                      </a:r>
                      <a:r>
                        <a:rPr lang="pl-PL" dirty="0" err="1"/>
                        <a:t>Employees</a:t>
                      </a:r>
                      <a:endParaRPr lang="pl-PL" dirty="0"/>
                    </a:p>
                    <a:p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+mn-lt"/>
                          <a:ea typeface="+mn-ea"/>
                          <a:cs typeface="+mn-cs"/>
                        </a:rPr>
                        <a:t>WHERE</a:t>
                      </a:r>
                      <a:r>
                        <a:rPr lang="pl-PL" dirty="0"/>
                        <a:t> </a:t>
                      </a:r>
                      <a:r>
                        <a:rPr lang="pl-PL" dirty="0" err="1"/>
                        <a:t>salary</a:t>
                      </a:r>
                      <a:r>
                        <a:rPr lang="pl-PL" dirty="0"/>
                        <a:t> &gt; 15000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256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+mn-lt"/>
                          <a:ea typeface="+mn-ea"/>
                          <a:cs typeface="+mn-cs"/>
                        </a:rPr>
                        <a:t>UPDATE</a:t>
                      </a:r>
                      <a:r>
                        <a:rPr lang="pl-PL" dirty="0"/>
                        <a:t> </a:t>
                      </a:r>
                      <a:r>
                        <a:rPr lang="pl-PL" dirty="0" err="1"/>
                        <a:t>Employees</a:t>
                      </a:r>
                      <a:endParaRPr lang="pl-PL" dirty="0"/>
                    </a:p>
                    <a:p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+mn-lt"/>
                          <a:ea typeface="+mn-ea"/>
                          <a:cs typeface="+mn-cs"/>
                        </a:rPr>
                        <a:t>SET</a:t>
                      </a:r>
                      <a:r>
                        <a:rPr lang="pl-PL" dirty="0"/>
                        <a:t> </a:t>
                      </a:r>
                      <a:r>
                        <a:rPr lang="pl-PL" dirty="0" err="1"/>
                        <a:t>salary</a:t>
                      </a:r>
                      <a:r>
                        <a:rPr lang="pl-PL" dirty="0"/>
                        <a:t> = 25000</a:t>
                      </a:r>
                    </a:p>
                    <a:p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+mn-lt"/>
                          <a:ea typeface="+mn-ea"/>
                          <a:cs typeface="+mn-cs"/>
                        </a:rPr>
                        <a:t>WHERE</a:t>
                      </a:r>
                      <a:r>
                        <a:rPr lang="pl-PL" dirty="0"/>
                        <a:t> </a:t>
                      </a:r>
                      <a:r>
                        <a:rPr lang="pl-PL" dirty="0" err="1"/>
                        <a:t>employee_id</a:t>
                      </a:r>
                      <a:r>
                        <a:rPr lang="pl-PL" dirty="0"/>
                        <a:t> = 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dirty="0"/>
                    </a:p>
                    <a:p>
                      <a:endParaRPr lang="pl-PL" dirty="0"/>
                    </a:p>
                    <a:p>
                      <a:endParaRPr lang="pl-PL" dirty="0"/>
                    </a:p>
                    <a:p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310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RobotoMono-Regular"/>
                          <a:ea typeface="+mn-ea"/>
                          <a:cs typeface="+mn-cs"/>
                        </a:rPr>
                        <a:t>COMMIT;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sz="1800" b="1" kern="1200" dirty="0">
                        <a:solidFill>
                          <a:srgbClr val="F15A28"/>
                        </a:solidFill>
                        <a:latin typeface="RobotoMono-Regular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6164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l-PL" sz="1800" b="1" kern="1200" dirty="0">
                        <a:solidFill>
                          <a:srgbClr val="F15A28"/>
                        </a:solidFill>
                        <a:latin typeface="RobotoMono-Regular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+mn-lt"/>
                          <a:ea typeface="+mn-ea"/>
                          <a:cs typeface="+mn-cs"/>
                        </a:rPr>
                        <a:t>SELECT</a:t>
                      </a:r>
                      <a:r>
                        <a:rPr lang="pl-PL" dirty="0"/>
                        <a:t> </a:t>
                      </a:r>
                      <a:r>
                        <a:rPr lang="pl-PL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last_name</a:t>
                      </a:r>
                      <a:r>
                        <a:rPr lang="pl-PL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pl-PL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salary</a:t>
                      </a:r>
                      <a:endParaRPr lang="pl-PL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+mn-lt"/>
                          <a:ea typeface="+mn-ea"/>
                          <a:cs typeface="+mn-cs"/>
                        </a:rPr>
                        <a:t>FROM</a:t>
                      </a:r>
                      <a:r>
                        <a:rPr lang="pl-PL" dirty="0"/>
                        <a:t> </a:t>
                      </a:r>
                      <a:r>
                        <a:rPr lang="pl-PL" dirty="0" err="1"/>
                        <a:t>Employees</a:t>
                      </a:r>
                      <a:endParaRPr lang="pl-PL" dirty="0"/>
                    </a:p>
                    <a:p>
                      <a:r>
                        <a:rPr lang="pl-PL" sz="1800" b="1" kern="1200" dirty="0">
                          <a:solidFill>
                            <a:srgbClr val="F15A28"/>
                          </a:solidFill>
                          <a:latin typeface="+mn-lt"/>
                          <a:ea typeface="+mn-ea"/>
                          <a:cs typeface="+mn-cs"/>
                        </a:rPr>
                        <a:t>WHERE</a:t>
                      </a:r>
                      <a:r>
                        <a:rPr lang="pl-PL" dirty="0"/>
                        <a:t> </a:t>
                      </a:r>
                      <a:r>
                        <a:rPr lang="pl-PL" dirty="0" err="1"/>
                        <a:t>salary</a:t>
                      </a:r>
                      <a:r>
                        <a:rPr lang="pl-PL" dirty="0"/>
                        <a:t> &gt; 15000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6344344"/>
                  </a:ext>
                </a:extLst>
              </a:tr>
            </a:tbl>
          </a:graphicData>
        </a:graphic>
      </p:graphicFrame>
      <p:sp>
        <p:nvSpPr>
          <p:cNvPr id="10" name="pole tekstowe 9">
            <a:extLst>
              <a:ext uri="{FF2B5EF4-FFF2-40B4-BE49-F238E27FC236}">
                <a16:creationId xmlns:a16="http://schemas.microsoft.com/office/drawing/2014/main" id="{70D2E74A-3C71-13AC-5FFC-21F1471B22AC}"/>
              </a:ext>
            </a:extLst>
          </p:cNvPr>
          <p:cNvSpPr txBox="1"/>
          <p:nvPr/>
        </p:nvSpPr>
        <p:spPr>
          <a:xfrm>
            <a:off x="3823018" y="754505"/>
            <a:ext cx="72229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600" b="1" dirty="0"/>
              <a:t>Transakcja przy identycznym zapytaniu odczytu dostaje dane, których wcześniej nie było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84A2EFD9-3E82-14FA-FC59-546AD41842CA}"/>
              </a:ext>
            </a:extLst>
          </p:cNvPr>
          <p:cNvSpPr txBox="1"/>
          <p:nvPr/>
        </p:nvSpPr>
        <p:spPr>
          <a:xfrm>
            <a:off x="3823018" y="6258943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600" b="1" dirty="0"/>
              <a:t>Transakcja B w obu odczytach ma w wyniku inne dane.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74DC91CE-BCCF-DAD0-BCA3-C8EB928D5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7007" y="2848285"/>
            <a:ext cx="1615290" cy="724345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085C168B-6C8B-D9F1-7444-39120A2F4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3741" y="5323166"/>
            <a:ext cx="1688556" cy="847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667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Poziom izolacji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D8E9BBF-A55D-4C50-9C86-D226AA6FC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/>
          <a:lstStyle/>
          <a:p>
            <a:r>
              <a:rPr lang="pl-PL" sz="1800" b="1" i="0" u="none" strike="noStrike" baseline="0" dirty="0">
                <a:solidFill>
                  <a:srgbClr val="F15A28"/>
                </a:solidFill>
                <a:latin typeface="RobotoMono-Regular"/>
              </a:rPr>
              <a:t>READ UNCOMMITED</a:t>
            </a:r>
            <a:r>
              <a:rPr lang="pl-PL" sz="1800" b="0" i="0" u="none" strike="noStrike" baseline="0" dirty="0">
                <a:solidFill>
                  <a:srgbClr val="F15A28"/>
                </a:solidFill>
                <a:latin typeface="RobotoMono-Regular"/>
              </a:rPr>
              <a:t> – nie występuje w </a:t>
            </a:r>
            <a:r>
              <a:rPr lang="pl-PL" sz="1800" b="0" i="0" u="none" strike="noStrike" baseline="0" dirty="0" err="1">
                <a:solidFill>
                  <a:srgbClr val="F15A28"/>
                </a:solidFill>
                <a:latin typeface="RobotoMono-Regular"/>
              </a:rPr>
              <a:t>PostgreSQL</a:t>
            </a:r>
            <a:endParaRPr lang="pl-PL" sz="1800" b="0" i="0" u="none" strike="noStrike" baseline="0" dirty="0">
              <a:solidFill>
                <a:srgbClr val="F15A28"/>
              </a:solidFill>
              <a:latin typeface="RobotoMono-Regular"/>
            </a:endParaRPr>
          </a:p>
          <a:p>
            <a:pPr lvl="1"/>
            <a:r>
              <a:rPr lang="pl-PL" sz="1600" b="0" i="0" u="none" strike="noStrike" baseline="0" dirty="0" err="1">
                <a:solidFill>
                  <a:schemeClr val="tx1"/>
                </a:solidFill>
                <a:latin typeface="RobotoMono-Regular"/>
              </a:rPr>
              <a:t>Dirty</a:t>
            </a:r>
            <a:r>
              <a:rPr lang="pl-PL" sz="1600" b="0" i="0" u="none" strike="noStrike" baseline="0" dirty="0">
                <a:solidFill>
                  <a:schemeClr val="tx1"/>
                </a:solidFill>
                <a:latin typeface="RobotoMono-Regular"/>
              </a:rPr>
              <a:t> Read</a:t>
            </a:r>
          </a:p>
          <a:p>
            <a:pPr lvl="1"/>
            <a:r>
              <a:rPr lang="pl-PL" sz="1600" dirty="0">
                <a:solidFill>
                  <a:schemeClr val="tx1"/>
                </a:solidFill>
                <a:latin typeface="RobotoMono-Regular"/>
              </a:rPr>
              <a:t>Non-</a:t>
            </a:r>
            <a:r>
              <a:rPr lang="pl-PL" sz="1600" dirty="0" err="1">
                <a:solidFill>
                  <a:schemeClr val="tx1"/>
                </a:solidFill>
                <a:latin typeface="RobotoMono-Regular"/>
              </a:rPr>
              <a:t>repeatable</a:t>
            </a:r>
            <a:r>
              <a:rPr lang="pl-PL" sz="1600" dirty="0">
                <a:solidFill>
                  <a:schemeClr val="tx1"/>
                </a:solidFill>
                <a:latin typeface="RobotoMono-Regular"/>
              </a:rPr>
              <a:t> </a:t>
            </a:r>
            <a:r>
              <a:rPr lang="pl-PL" sz="1600" dirty="0" err="1">
                <a:solidFill>
                  <a:schemeClr val="tx1"/>
                </a:solidFill>
                <a:latin typeface="RobotoMono-Regular"/>
              </a:rPr>
              <a:t>read</a:t>
            </a:r>
            <a:endParaRPr lang="pl-PL" sz="1600" dirty="0">
              <a:solidFill>
                <a:schemeClr val="tx1"/>
              </a:solidFill>
              <a:latin typeface="RobotoMono-Regular"/>
            </a:endParaRPr>
          </a:p>
          <a:p>
            <a:pPr lvl="1"/>
            <a:r>
              <a:rPr lang="pl-PL" sz="1600" b="0" i="0" u="none" strike="noStrike" baseline="0" dirty="0">
                <a:solidFill>
                  <a:schemeClr val="tx1"/>
                </a:solidFill>
                <a:latin typeface="RobotoMono-Regular"/>
              </a:rPr>
              <a:t>Phantom </a:t>
            </a:r>
            <a:r>
              <a:rPr lang="pl-PL" sz="1600" b="0" i="0" u="none" strike="noStrike" baseline="0" dirty="0" err="1">
                <a:solidFill>
                  <a:schemeClr val="tx1"/>
                </a:solidFill>
                <a:latin typeface="RobotoMono-Regular"/>
              </a:rPr>
              <a:t>Rows</a:t>
            </a:r>
            <a:endParaRPr lang="pl-PL" sz="1600" b="0" i="0" u="none" strike="noStrike" baseline="0" dirty="0">
              <a:solidFill>
                <a:schemeClr val="tx1"/>
              </a:solidFill>
              <a:latin typeface="RobotoMono-Regular"/>
            </a:endParaRPr>
          </a:p>
          <a:p>
            <a:endParaRPr lang="pl-PL" sz="1800" b="0" i="0" u="none" strike="noStrike" baseline="0" dirty="0">
              <a:solidFill>
                <a:schemeClr val="tx1"/>
              </a:solidFill>
              <a:latin typeface="RobotoMono-Regular"/>
            </a:endParaRPr>
          </a:p>
          <a:p>
            <a:r>
              <a:rPr lang="pl-PL" sz="1800" b="1" i="0" u="none" strike="noStrike" baseline="0" dirty="0">
                <a:solidFill>
                  <a:srgbClr val="F15A28"/>
                </a:solidFill>
                <a:latin typeface="RobotoMono-Regular"/>
              </a:rPr>
              <a:t>REPEATABLE READ</a:t>
            </a:r>
            <a:endParaRPr lang="pl-PL" sz="1800" b="0" i="0" u="none" strike="noStrike" baseline="0" dirty="0">
              <a:solidFill>
                <a:srgbClr val="F15A28"/>
              </a:solidFill>
              <a:latin typeface="RobotoMono-Regular"/>
            </a:endParaRPr>
          </a:p>
          <a:p>
            <a:pPr lvl="1"/>
            <a:r>
              <a:rPr lang="pl-PL" sz="1600" b="0" i="0" u="none" strike="noStrike" baseline="0" dirty="0" err="1">
                <a:solidFill>
                  <a:schemeClr val="tx1"/>
                </a:solidFill>
                <a:latin typeface="RobotoMono-Regular"/>
              </a:rPr>
              <a:t>Dirty</a:t>
            </a:r>
            <a:r>
              <a:rPr lang="pl-PL" sz="1600" b="0" i="0" u="none" strike="noStrike" baseline="0" dirty="0">
                <a:solidFill>
                  <a:schemeClr val="tx1"/>
                </a:solidFill>
                <a:latin typeface="RobotoMono-Regular"/>
              </a:rPr>
              <a:t> Read</a:t>
            </a:r>
          </a:p>
          <a:p>
            <a:pPr lvl="1"/>
            <a:r>
              <a:rPr lang="pl-PL" sz="1600" dirty="0">
                <a:solidFill>
                  <a:schemeClr val="tx1"/>
                </a:solidFill>
                <a:latin typeface="RobotoMono-Regular"/>
              </a:rPr>
              <a:t>Non-</a:t>
            </a:r>
            <a:r>
              <a:rPr lang="pl-PL" sz="1600" dirty="0" err="1">
                <a:solidFill>
                  <a:schemeClr val="tx1"/>
                </a:solidFill>
                <a:latin typeface="RobotoMono-Regular"/>
              </a:rPr>
              <a:t>repeatable</a:t>
            </a:r>
            <a:r>
              <a:rPr lang="pl-PL" sz="1600" dirty="0">
                <a:solidFill>
                  <a:schemeClr val="tx1"/>
                </a:solidFill>
                <a:latin typeface="RobotoMono-Regular"/>
              </a:rPr>
              <a:t> </a:t>
            </a:r>
            <a:r>
              <a:rPr lang="pl-PL" sz="1600" dirty="0" err="1">
                <a:solidFill>
                  <a:schemeClr val="tx1"/>
                </a:solidFill>
                <a:latin typeface="RobotoMono-Regular"/>
              </a:rPr>
              <a:t>read</a:t>
            </a:r>
            <a:endParaRPr lang="pl-PL" sz="1600" dirty="0">
              <a:solidFill>
                <a:schemeClr val="tx1"/>
              </a:solidFill>
              <a:latin typeface="RobotoMono-Regular"/>
            </a:endParaRPr>
          </a:p>
        </p:txBody>
      </p:sp>
    </p:spTree>
    <p:extLst>
      <p:ext uri="{BB962C8B-B14F-4D97-AF65-F5344CB8AC3E}">
        <p14:creationId xmlns:p14="http://schemas.microsoft.com/office/powerpoint/2010/main" val="184060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Serializable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D8E9BBF-A55D-4C50-9C86-D226AA6FC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/>
          <a:lstStyle/>
          <a:p>
            <a:r>
              <a:rPr lang="pl-PL" sz="1800" b="1" i="0" u="none" strike="noStrike" baseline="0" dirty="0">
                <a:solidFill>
                  <a:srgbClr val="F15A28"/>
                </a:solidFill>
                <a:latin typeface="RobotoMono-Regular"/>
              </a:rPr>
              <a:t>SERIALIZABLE </a:t>
            </a:r>
          </a:p>
          <a:p>
            <a:pPr lvl="1"/>
            <a:r>
              <a:rPr lang="pl-PL" sz="1600" i="0" u="none" strike="noStrike" baseline="0" dirty="0">
                <a:solidFill>
                  <a:schemeClr val="tx1"/>
                </a:solidFill>
                <a:latin typeface="RobotoMono-Regular"/>
              </a:rPr>
              <a:t>traktuje w taki sposób transakcje, jakby były wykonywane jedna po drugiej</a:t>
            </a:r>
          </a:p>
          <a:p>
            <a:pPr lvl="1"/>
            <a:r>
              <a:rPr lang="pl-PL" sz="1600" i="0" u="none" strike="noStrike" baseline="0" dirty="0">
                <a:solidFill>
                  <a:schemeClr val="tx1"/>
                </a:solidFill>
                <a:latin typeface="RobotoMono-Regular"/>
              </a:rPr>
              <a:t>To najbardziej restrykcyjny i najdroższy poziom izolacji pod kątem wydajności</a:t>
            </a:r>
          </a:p>
          <a:p>
            <a:pPr lvl="1"/>
            <a:r>
              <a:rPr lang="pl-PL" sz="1600" i="0" u="none" strike="noStrike" baseline="0" dirty="0">
                <a:solidFill>
                  <a:schemeClr val="tx1"/>
                </a:solidFill>
                <a:latin typeface="RobotoMono-Regular"/>
              </a:rPr>
              <a:t>Wysoce narażony na wystąpienia konfliktów</a:t>
            </a:r>
          </a:p>
          <a:p>
            <a:pPr lvl="1"/>
            <a:r>
              <a:rPr lang="pl-PL" sz="1600" dirty="0">
                <a:solidFill>
                  <a:schemeClr val="tx1"/>
                </a:solidFill>
                <a:latin typeface="RobotoMono-Regular"/>
              </a:rPr>
              <a:t>Zapobiega zarówno </a:t>
            </a:r>
            <a:r>
              <a:rPr lang="pl-PL" sz="1600" dirty="0" err="1">
                <a:solidFill>
                  <a:schemeClr val="tx1"/>
                </a:solidFill>
                <a:latin typeface="RobotoMono-Regular"/>
              </a:rPr>
              <a:t>Dirty</a:t>
            </a:r>
            <a:r>
              <a:rPr lang="pl-PL" sz="1600" dirty="0">
                <a:solidFill>
                  <a:schemeClr val="tx1"/>
                </a:solidFill>
                <a:latin typeface="RobotoMono-Regular"/>
              </a:rPr>
              <a:t> </a:t>
            </a:r>
            <a:r>
              <a:rPr lang="pl-PL" sz="1600" dirty="0" err="1">
                <a:solidFill>
                  <a:schemeClr val="tx1"/>
                </a:solidFill>
                <a:latin typeface="RobotoMono-Regular"/>
              </a:rPr>
              <a:t>Reads</a:t>
            </a:r>
            <a:r>
              <a:rPr lang="pl-PL" sz="1600" dirty="0">
                <a:solidFill>
                  <a:schemeClr val="tx1"/>
                </a:solidFill>
                <a:latin typeface="RobotoMono-Regular"/>
              </a:rPr>
              <a:t>, Non-</a:t>
            </a:r>
            <a:r>
              <a:rPr lang="pl-PL" sz="1600" dirty="0" err="1">
                <a:solidFill>
                  <a:schemeClr val="tx1"/>
                </a:solidFill>
                <a:latin typeface="RobotoMono-Regular"/>
              </a:rPr>
              <a:t>repeatable</a:t>
            </a:r>
            <a:r>
              <a:rPr lang="pl-PL" sz="1600" dirty="0">
                <a:solidFill>
                  <a:schemeClr val="tx1"/>
                </a:solidFill>
                <a:latin typeface="RobotoMono-Regular"/>
              </a:rPr>
              <a:t> </a:t>
            </a:r>
            <a:r>
              <a:rPr lang="pl-PL" sz="1600" dirty="0" err="1">
                <a:solidFill>
                  <a:schemeClr val="tx1"/>
                </a:solidFill>
                <a:latin typeface="RobotoMono-Regular"/>
              </a:rPr>
              <a:t>reads</a:t>
            </a:r>
            <a:r>
              <a:rPr lang="pl-PL" sz="1600" dirty="0">
                <a:solidFill>
                  <a:schemeClr val="tx1"/>
                </a:solidFill>
                <a:latin typeface="RobotoMono-Regular"/>
              </a:rPr>
              <a:t> jak i Phantom </a:t>
            </a:r>
            <a:r>
              <a:rPr lang="pl-PL" sz="1600" dirty="0" err="1">
                <a:solidFill>
                  <a:schemeClr val="tx1"/>
                </a:solidFill>
                <a:latin typeface="RobotoMono-Regular"/>
              </a:rPr>
              <a:t>Rows</a:t>
            </a:r>
            <a:endParaRPr lang="pl-PL" sz="1400" dirty="0">
              <a:solidFill>
                <a:schemeClr val="tx1"/>
              </a:solidFill>
              <a:latin typeface="RobotoMono-Regular"/>
            </a:endParaRPr>
          </a:p>
        </p:txBody>
      </p:sp>
    </p:spTree>
    <p:extLst>
      <p:ext uri="{BB962C8B-B14F-4D97-AF65-F5344CB8AC3E}">
        <p14:creationId xmlns:p14="http://schemas.microsoft.com/office/powerpoint/2010/main" val="37533691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Koszty użycia poziomu izolacji</a:t>
            </a:r>
          </a:p>
        </p:txBody>
      </p:sp>
      <p:cxnSp>
        <p:nvCxnSpPr>
          <p:cNvPr id="5" name="Łącznik prosty 4">
            <a:extLst>
              <a:ext uri="{FF2B5EF4-FFF2-40B4-BE49-F238E27FC236}">
                <a16:creationId xmlns:a16="http://schemas.microsoft.com/office/drawing/2014/main" id="{8D9A8ABC-6011-97EE-7AE6-0500482C1C9F}"/>
              </a:ext>
            </a:extLst>
          </p:cNvPr>
          <p:cNvCxnSpPr/>
          <p:nvPr/>
        </p:nvCxnSpPr>
        <p:spPr>
          <a:xfrm>
            <a:off x="4041648" y="1252728"/>
            <a:ext cx="0" cy="374904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Łącznik prosty 5">
            <a:extLst>
              <a:ext uri="{FF2B5EF4-FFF2-40B4-BE49-F238E27FC236}">
                <a16:creationId xmlns:a16="http://schemas.microsoft.com/office/drawing/2014/main" id="{E3F8036C-5626-0A93-E88C-108F50F7306E}"/>
              </a:ext>
            </a:extLst>
          </p:cNvPr>
          <p:cNvCxnSpPr>
            <a:cxnSpLocks/>
          </p:cNvCxnSpPr>
          <p:nvPr/>
        </p:nvCxnSpPr>
        <p:spPr>
          <a:xfrm flipH="1">
            <a:off x="4041648" y="5001768"/>
            <a:ext cx="559612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47332479-AB8A-C368-68DE-E1304212E4F2}"/>
              </a:ext>
            </a:extLst>
          </p:cNvPr>
          <p:cNvSpPr txBox="1"/>
          <p:nvPr/>
        </p:nvSpPr>
        <p:spPr>
          <a:xfrm rot="16200000">
            <a:off x="3468362" y="2851142"/>
            <a:ext cx="777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Koszt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C425860F-D300-ABA1-0DAB-922AFC2B915A}"/>
              </a:ext>
            </a:extLst>
          </p:cNvPr>
          <p:cNvSpPr txBox="1"/>
          <p:nvPr/>
        </p:nvSpPr>
        <p:spPr>
          <a:xfrm>
            <a:off x="4389120" y="5248656"/>
            <a:ext cx="1115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200" b="1" dirty="0"/>
              <a:t>Read </a:t>
            </a:r>
            <a:r>
              <a:rPr lang="pl-PL" sz="1200" b="1" dirty="0" err="1"/>
              <a:t>Uncommited</a:t>
            </a:r>
            <a:endParaRPr lang="pl-PL" sz="1200" b="1" dirty="0"/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73A82912-C9BA-3595-CF96-3807F850D49F}"/>
              </a:ext>
            </a:extLst>
          </p:cNvPr>
          <p:cNvSpPr txBox="1"/>
          <p:nvPr/>
        </p:nvSpPr>
        <p:spPr>
          <a:xfrm>
            <a:off x="5730239" y="5248655"/>
            <a:ext cx="1115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200" b="1" dirty="0"/>
              <a:t>Read </a:t>
            </a:r>
            <a:r>
              <a:rPr lang="pl-PL" sz="1200" b="1" dirty="0" err="1"/>
              <a:t>Commited</a:t>
            </a:r>
            <a:endParaRPr lang="pl-PL" sz="1200" b="1" dirty="0"/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7D0B577C-04E0-1F07-D397-BC6C4AE4DA0B}"/>
              </a:ext>
            </a:extLst>
          </p:cNvPr>
          <p:cNvSpPr txBox="1"/>
          <p:nvPr/>
        </p:nvSpPr>
        <p:spPr>
          <a:xfrm>
            <a:off x="6973822" y="5263355"/>
            <a:ext cx="1115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200" b="1" dirty="0" err="1"/>
              <a:t>Repeatable</a:t>
            </a:r>
            <a:endParaRPr lang="pl-PL" sz="1200" b="1" dirty="0"/>
          </a:p>
          <a:p>
            <a:r>
              <a:rPr lang="pl-PL" sz="1200" b="1" dirty="0"/>
              <a:t>Read</a:t>
            </a: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320AE10C-2FAE-073D-6C5A-E3C0D57736F6}"/>
              </a:ext>
            </a:extLst>
          </p:cNvPr>
          <p:cNvSpPr txBox="1"/>
          <p:nvPr/>
        </p:nvSpPr>
        <p:spPr>
          <a:xfrm>
            <a:off x="8314941" y="5263355"/>
            <a:ext cx="1115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200" b="1" dirty="0" err="1"/>
              <a:t>Serializable</a:t>
            </a:r>
            <a:endParaRPr lang="pl-PL" sz="1200" b="1" dirty="0"/>
          </a:p>
        </p:txBody>
      </p:sp>
      <p:cxnSp>
        <p:nvCxnSpPr>
          <p:cNvPr id="15" name="Łącznik prosty 14">
            <a:extLst>
              <a:ext uri="{FF2B5EF4-FFF2-40B4-BE49-F238E27FC236}">
                <a16:creationId xmlns:a16="http://schemas.microsoft.com/office/drawing/2014/main" id="{85963C05-E70E-997D-A8B9-3A80304CE98F}"/>
              </a:ext>
            </a:extLst>
          </p:cNvPr>
          <p:cNvCxnSpPr>
            <a:cxnSpLocks/>
          </p:cNvCxnSpPr>
          <p:nvPr/>
        </p:nvCxnSpPr>
        <p:spPr>
          <a:xfrm flipH="1">
            <a:off x="4041648" y="1444752"/>
            <a:ext cx="4831077" cy="3525011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328511"/>
      </p:ext>
    </p:extLst>
  </p:cSld>
  <p:clrMapOvr>
    <a:masterClrMapping/>
  </p:clrMapOvr>
</p:sld>
</file>

<file path=ppt/theme/theme1.xml><?xml version="1.0" encoding="utf-8"?>
<a:theme xmlns:a="http://schemas.openxmlformats.org/drawingml/2006/main" name="Ramka">
  <a:themeElements>
    <a:clrScheme name="Frame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18A1B607-7BAE-46D6-8090-545AC7BDD73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TM03457475[[fn=Ramka]]</Template>
  <TotalTime>1605</TotalTime>
  <Words>758</Words>
  <Application>Microsoft Office PowerPoint</Application>
  <PresentationFormat>Panoramiczny</PresentationFormat>
  <Paragraphs>235</Paragraphs>
  <Slides>21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21</vt:i4>
      </vt:variant>
    </vt:vector>
  </HeadingPairs>
  <TitlesOfParts>
    <vt:vector size="26" baseType="lpstr">
      <vt:lpstr>Corbel</vt:lpstr>
      <vt:lpstr>RobotoMono-Italic</vt:lpstr>
      <vt:lpstr>RobotoMono-Regular</vt:lpstr>
      <vt:lpstr>Wingdings 2</vt:lpstr>
      <vt:lpstr>Ramka</vt:lpstr>
      <vt:lpstr>Data Manipulation </vt:lpstr>
      <vt:lpstr>SQL –  sublanguages</vt:lpstr>
      <vt:lpstr>DDL</vt:lpstr>
      <vt:lpstr>DDL</vt:lpstr>
      <vt:lpstr>DCL</vt:lpstr>
      <vt:lpstr>DCL</vt:lpstr>
      <vt:lpstr>DML</vt:lpstr>
      <vt:lpstr>DML</vt:lpstr>
      <vt:lpstr>DQL</vt:lpstr>
      <vt:lpstr>DQL</vt:lpstr>
      <vt:lpstr>DTL</vt:lpstr>
      <vt:lpstr>DTL</vt:lpstr>
      <vt:lpstr>Transakcja</vt:lpstr>
      <vt:lpstr>ACID</vt:lpstr>
      <vt:lpstr>Lost Update</vt:lpstr>
      <vt:lpstr>Dirty Read</vt:lpstr>
      <vt:lpstr>Non-repeatable Read</vt:lpstr>
      <vt:lpstr>Phantom Rows</vt:lpstr>
      <vt:lpstr>Poziom izolacji</vt:lpstr>
      <vt:lpstr>Serializable</vt:lpstr>
      <vt:lpstr>Koszty użycia poziomu izolacji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Manipulation - PostgreSQL</dc:title>
  <dc:creator>Przemyslaw Starosta</dc:creator>
  <cp:lastModifiedBy>Przemyslaw Starosta</cp:lastModifiedBy>
  <cp:revision>1</cp:revision>
  <dcterms:created xsi:type="dcterms:W3CDTF">2022-01-27T16:58:23Z</dcterms:created>
  <dcterms:modified xsi:type="dcterms:W3CDTF">2023-12-18T09:52:58Z</dcterms:modified>
</cp:coreProperties>
</file>